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74" r:id="rId3"/>
    <p:sldId id="273" r:id="rId4"/>
    <p:sldId id="256" r:id="rId5"/>
    <p:sldId id="258" r:id="rId6"/>
    <p:sldId id="277" r:id="rId7"/>
    <p:sldId id="260" r:id="rId8"/>
    <p:sldId id="275" r:id="rId9"/>
    <p:sldId id="276" r:id="rId10"/>
    <p:sldId id="262" r:id="rId11"/>
    <p:sldId id="263" r:id="rId12"/>
    <p:sldId id="265" r:id="rId13"/>
    <p:sldId id="257" r:id="rId14"/>
    <p:sldId id="264" r:id="rId15"/>
    <p:sldId id="268" r:id="rId16"/>
    <p:sldId id="271" r:id="rId17"/>
    <p:sldId id="266" r:id="rId18"/>
    <p:sldId id="269" r:id="rId19"/>
    <p:sldId id="270" r:id="rId20"/>
    <p:sldId id="272" r:id="rId21"/>
    <p:sldId id="267" r:id="rId22"/>
    <p:sldId id="26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3B1FDC-F7D7-4F76-86D5-02EFF113EA63}" v="68" dt="2025-10-07T00:53:06.2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p:scale>
          <a:sx n="100" d="100"/>
          <a:sy n="100" d="100"/>
        </p:scale>
        <p:origin x="876"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sazee ero" userId="f1b7fa86e2eb4fad" providerId="LiveId" clId="{2A668B92-59A6-429B-AAA7-F5C6F665E6F5}"/>
    <pc:docChg chg="undo custSel addSld modSld sldOrd">
      <pc:chgData name="osazee ero" userId="f1b7fa86e2eb4fad" providerId="LiveId" clId="{2A668B92-59A6-429B-AAA7-F5C6F665E6F5}" dt="2025-10-07T00:57:24.313" v="298" actId="13926"/>
      <pc:docMkLst>
        <pc:docMk/>
      </pc:docMkLst>
      <pc:sldChg chg="addSp modSp mod ord">
        <pc:chgData name="osazee ero" userId="f1b7fa86e2eb4fad" providerId="LiveId" clId="{2A668B92-59A6-429B-AAA7-F5C6F665E6F5}" dt="2025-10-07T00:28:35.617" v="289"/>
        <pc:sldMkLst>
          <pc:docMk/>
          <pc:sldMk cId="1506184476" sldId="256"/>
        </pc:sldMkLst>
        <pc:spChg chg="mod">
          <ac:chgData name="osazee ero" userId="f1b7fa86e2eb4fad" providerId="LiveId" clId="{2A668B92-59A6-429B-AAA7-F5C6F665E6F5}" dt="2025-10-06T22:31:31.261" v="116" actId="13926"/>
          <ac:spMkLst>
            <pc:docMk/>
            <pc:sldMk cId="1506184476" sldId="256"/>
            <ac:spMk id="5" creationId="{946EECF4-AA64-8B0B-4046-2ADD5F3536C5}"/>
          </ac:spMkLst>
        </pc:spChg>
        <pc:spChg chg="mod">
          <ac:chgData name="osazee ero" userId="f1b7fa86e2eb4fad" providerId="LiveId" clId="{2A668B92-59A6-429B-AAA7-F5C6F665E6F5}" dt="2025-10-06T22:31:26.041" v="115" actId="1076"/>
          <ac:spMkLst>
            <pc:docMk/>
            <pc:sldMk cId="1506184476" sldId="256"/>
            <ac:spMk id="6" creationId="{4010FCD2-1D3F-2DC6-40FE-9B3FC9CD7503}"/>
          </ac:spMkLst>
        </pc:spChg>
        <pc:spChg chg="add mod">
          <ac:chgData name="osazee ero" userId="f1b7fa86e2eb4fad" providerId="LiveId" clId="{2A668B92-59A6-429B-AAA7-F5C6F665E6F5}" dt="2025-10-06T22:31:42.212" v="118" actId="13926"/>
          <ac:spMkLst>
            <pc:docMk/>
            <pc:sldMk cId="1506184476" sldId="256"/>
            <ac:spMk id="8" creationId="{94975C39-9CB0-5007-5526-0BAAFAD3D628}"/>
          </ac:spMkLst>
        </pc:spChg>
        <pc:spChg chg="add mod">
          <ac:chgData name="osazee ero" userId="f1b7fa86e2eb4fad" providerId="LiveId" clId="{2A668B92-59A6-429B-AAA7-F5C6F665E6F5}" dt="2025-10-06T22:31:54.444" v="119" actId="13926"/>
          <ac:spMkLst>
            <pc:docMk/>
            <pc:sldMk cId="1506184476" sldId="256"/>
            <ac:spMk id="10" creationId="{9E7B92AA-294E-3A3D-C4D6-807991767BC9}"/>
          </ac:spMkLst>
        </pc:spChg>
        <pc:spChg chg="add mod">
          <ac:chgData name="osazee ero" userId="f1b7fa86e2eb4fad" providerId="LiveId" clId="{2A668B92-59A6-429B-AAA7-F5C6F665E6F5}" dt="2025-10-06T22:32:12.634" v="120" actId="13926"/>
          <ac:spMkLst>
            <pc:docMk/>
            <pc:sldMk cId="1506184476" sldId="256"/>
            <ac:spMk id="12" creationId="{C4CAB803-9F61-7C88-C56F-62E025C54795}"/>
          </ac:spMkLst>
        </pc:spChg>
      </pc:sldChg>
      <pc:sldChg chg="addSp delSp modSp add mod ord">
        <pc:chgData name="osazee ero" userId="f1b7fa86e2eb4fad" providerId="LiveId" clId="{2A668B92-59A6-429B-AAA7-F5C6F665E6F5}" dt="2025-10-06T22:58:50.485" v="189" actId="13926"/>
        <pc:sldMkLst>
          <pc:docMk/>
          <pc:sldMk cId="3903708901" sldId="257"/>
        </pc:sldMkLst>
        <pc:spChg chg="add mod">
          <ac:chgData name="osazee ero" userId="f1b7fa86e2eb4fad" providerId="LiveId" clId="{2A668B92-59A6-429B-AAA7-F5C6F665E6F5}" dt="2025-10-06T22:55:23.941" v="155" actId="1076"/>
          <ac:spMkLst>
            <pc:docMk/>
            <pc:sldMk cId="3903708901" sldId="257"/>
            <ac:spMk id="3" creationId="{E3A766EF-BDBF-9CE6-329E-2320EC49821C}"/>
          </ac:spMkLst>
        </pc:spChg>
        <pc:spChg chg="add">
          <ac:chgData name="osazee ero" userId="f1b7fa86e2eb4fad" providerId="LiveId" clId="{2A668B92-59A6-429B-AAA7-F5C6F665E6F5}" dt="2025-10-06T22:55:29.720" v="156"/>
          <ac:spMkLst>
            <pc:docMk/>
            <pc:sldMk cId="3903708901" sldId="257"/>
            <ac:spMk id="4" creationId="{E42F1B42-923F-CBB2-CA10-2918C6D590CD}"/>
          </ac:spMkLst>
        </pc:spChg>
        <pc:spChg chg="del">
          <ac:chgData name="osazee ero" userId="f1b7fa86e2eb4fad" providerId="LiveId" clId="{2A668B92-59A6-429B-AAA7-F5C6F665E6F5}" dt="2025-10-06T22:22:05.885" v="13" actId="478"/>
          <ac:spMkLst>
            <pc:docMk/>
            <pc:sldMk cId="3903708901" sldId="257"/>
            <ac:spMk id="5" creationId="{F9929DEB-25AA-DD59-684B-A7C0BC386E6F}"/>
          </ac:spMkLst>
        </pc:spChg>
        <pc:spChg chg="del">
          <ac:chgData name="osazee ero" userId="f1b7fa86e2eb4fad" providerId="LiveId" clId="{2A668B92-59A6-429B-AAA7-F5C6F665E6F5}" dt="2025-10-06T22:22:05.885" v="13" actId="478"/>
          <ac:spMkLst>
            <pc:docMk/>
            <pc:sldMk cId="3903708901" sldId="257"/>
            <ac:spMk id="6" creationId="{5CF02B09-2940-0885-828B-85E61C9C4572}"/>
          </ac:spMkLst>
        </pc:spChg>
        <pc:spChg chg="add">
          <ac:chgData name="osazee ero" userId="f1b7fa86e2eb4fad" providerId="LiveId" clId="{2A668B92-59A6-429B-AAA7-F5C6F665E6F5}" dt="2025-10-06T22:55:36.094" v="157"/>
          <ac:spMkLst>
            <pc:docMk/>
            <pc:sldMk cId="3903708901" sldId="257"/>
            <ac:spMk id="7" creationId="{0C757B27-7013-5550-A93B-A943D2722AFE}"/>
          </ac:spMkLst>
        </pc:spChg>
        <pc:spChg chg="del">
          <ac:chgData name="osazee ero" userId="f1b7fa86e2eb4fad" providerId="LiveId" clId="{2A668B92-59A6-429B-AAA7-F5C6F665E6F5}" dt="2025-10-06T22:22:05.885" v="13" actId="478"/>
          <ac:spMkLst>
            <pc:docMk/>
            <pc:sldMk cId="3903708901" sldId="257"/>
            <ac:spMk id="8" creationId="{848583E1-4E62-E212-52BB-895D2C3E3782}"/>
          </ac:spMkLst>
        </pc:spChg>
        <pc:spChg chg="add del mod">
          <ac:chgData name="osazee ero" userId="f1b7fa86e2eb4fad" providerId="LiveId" clId="{2A668B92-59A6-429B-AAA7-F5C6F665E6F5}" dt="2025-10-06T22:55:50.925" v="160" actId="478"/>
          <ac:spMkLst>
            <pc:docMk/>
            <pc:sldMk cId="3903708901" sldId="257"/>
            <ac:spMk id="9" creationId="{CB96B936-B31B-2C28-9949-40A049489D60}"/>
          </ac:spMkLst>
        </pc:spChg>
        <pc:spChg chg="del">
          <ac:chgData name="osazee ero" userId="f1b7fa86e2eb4fad" providerId="LiveId" clId="{2A668B92-59A6-429B-AAA7-F5C6F665E6F5}" dt="2025-10-06T22:22:07.706" v="14" actId="478"/>
          <ac:spMkLst>
            <pc:docMk/>
            <pc:sldMk cId="3903708901" sldId="257"/>
            <ac:spMk id="10" creationId="{8B34F3BB-3343-59D3-C87E-C4372F82BA02}"/>
          </ac:spMkLst>
        </pc:spChg>
        <pc:spChg chg="del">
          <ac:chgData name="osazee ero" userId="f1b7fa86e2eb4fad" providerId="LiveId" clId="{2A668B92-59A6-429B-AAA7-F5C6F665E6F5}" dt="2025-10-06T22:22:08.944" v="15" actId="478"/>
          <ac:spMkLst>
            <pc:docMk/>
            <pc:sldMk cId="3903708901" sldId="257"/>
            <ac:spMk id="12" creationId="{42C72169-6527-E248-1EA6-8950F582C6B3}"/>
          </ac:spMkLst>
        </pc:spChg>
        <pc:spChg chg="add mod">
          <ac:chgData name="osazee ero" userId="f1b7fa86e2eb4fad" providerId="LiveId" clId="{2A668B92-59A6-429B-AAA7-F5C6F665E6F5}" dt="2025-10-06T22:58:50.485" v="189" actId="13926"/>
          <ac:spMkLst>
            <pc:docMk/>
            <pc:sldMk cId="3903708901" sldId="257"/>
            <ac:spMk id="15" creationId="{320AD474-3BA8-597B-674B-36A91EE3D28A}"/>
          </ac:spMkLst>
        </pc:spChg>
        <pc:picChg chg="add mod">
          <ac:chgData name="osazee ero" userId="f1b7fa86e2eb4fad" providerId="LiveId" clId="{2A668B92-59A6-429B-AAA7-F5C6F665E6F5}" dt="2025-10-06T22:56:50.871" v="171" actId="14100"/>
          <ac:picMkLst>
            <pc:docMk/>
            <pc:sldMk cId="3903708901" sldId="257"/>
            <ac:picMk id="13" creationId="{CAA1B004-F028-4522-730D-A1700764AA75}"/>
          </ac:picMkLst>
        </pc:picChg>
        <pc:picChg chg="add del mod">
          <ac:chgData name="osazee ero" userId="f1b7fa86e2eb4fad" providerId="LiveId" clId="{2A668B92-59A6-429B-AAA7-F5C6F665E6F5}" dt="2025-10-06T22:55:19.114" v="153" actId="478"/>
          <ac:picMkLst>
            <pc:docMk/>
            <pc:sldMk cId="3903708901" sldId="257"/>
            <ac:picMk id="1026" creationId="{C4327726-4CFD-80A0-6B4F-EEC80B043212}"/>
          </ac:picMkLst>
        </pc:picChg>
      </pc:sldChg>
      <pc:sldChg chg="addSp delSp modSp add mod ord">
        <pc:chgData name="osazee ero" userId="f1b7fa86e2eb4fad" providerId="LiveId" clId="{2A668B92-59A6-429B-AAA7-F5C6F665E6F5}" dt="2025-10-07T00:31:13.896" v="294"/>
        <pc:sldMkLst>
          <pc:docMk/>
          <pc:sldMk cId="1886408326" sldId="258"/>
        </pc:sldMkLst>
        <pc:spChg chg="add del mod">
          <ac:chgData name="osazee ero" userId="f1b7fa86e2eb4fad" providerId="LiveId" clId="{2A668B92-59A6-429B-AAA7-F5C6F665E6F5}" dt="2025-10-07T00:31:12.563" v="293" actId="478"/>
          <ac:spMkLst>
            <pc:docMk/>
            <pc:sldMk cId="1886408326" sldId="258"/>
            <ac:spMk id="3" creationId="{AFE42FAE-F005-3091-4C43-BB1A4F4EE874}"/>
          </ac:spMkLst>
        </pc:spChg>
        <pc:spChg chg="add del mod">
          <ac:chgData name="osazee ero" userId="f1b7fa86e2eb4fad" providerId="LiveId" clId="{2A668B92-59A6-429B-AAA7-F5C6F665E6F5}" dt="2025-10-06T22:23:50.906" v="28" actId="22"/>
          <ac:spMkLst>
            <pc:docMk/>
            <pc:sldMk cId="1886408326" sldId="258"/>
            <ac:spMk id="5" creationId="{9EBCC176-B6F4-0FDE-653B-0CB3040AAC6C}"/>
          </ac:spMkLst>
        </pc:spChg>
        <pc:picChg chg="del">
          <ac:chgData name="osazee ero" userId="f1b7fa86e2eb4fad" providerId="LiveId" clId="{2A668B92-59A6-429B-AAA7-F5C6F665E6F5}" dt="2025-10-06T22:22:54.741" v="20" actId="478"/>
          <ac:picMkLst>
            <pc:docMk/>
            <pc:sldMk cId="1886408326" sldId="258"/>
            <ac:picMk id="1026" creationId="{4C699B2B-CF11-84C8-5B09-3FD2C0CC82E0}"/>
          </ac:picMkLst>
        </pc:picChg>
        <pc:picChg chg="add">
          <ac:chgData name="osazee ero" userId="f1b7fa86e2eb4fad" providerId="LiveId" clId="{2A668B92-59A6-429B-AAA7-F5C6F665E6F5}" dt="2025-10-07T00:31:13.896" v="294"/>
          <ac:picMkLst>
            <pc:docMk/>
            <pc:sldMk cId="1886408326" sldId="258"/>
            <ac:picMk id="10242" creationId="{712BBD1C-6F70-3F12-F023-B96BAECD843B}"/>
          </ac:picMkLst>
        </pc:picChg>
      </pc:sldChg>
      <pc:sldChg chg="addSp delSp modSp add mod ord">
        <pc:chgData name="osazee ero" userId="f1b7fa86e2eb4fad" providerId="LiveId" clId="{2A668B92-59A6-429B-AAA7-F5C6F665E6F5}" dt="2025-10-06T23:54:09.107" v="258" actId="1076"/>
        <pc:sldMkLst>
          <pc:docMk/>
          <pc:sldMk cId="3862419308" sldId="259"/>
        </pc:sldMkLst>
        <pc:spChg chg="del">
          <ac:chgData name="osazee ero" userId="f1b7fa86e2eb4fad" providerId="LiveId" clId="{2A668B92-59A6-429B-AAA7-F5C6F665E6F5}" dt="2025-10-06T22:23:55.337" v="30" actId="478"/>
          <ac:spMkLst>
            <pc:docMk/>
            <pc:sldMk cId="3862419308" sldId="259"/>
            <ac:spMk id="3" creationId="{BC0310A3-16AA-0E82-8F47-B0CEAA91AD25}"/>
          </ac:spMkLst>
        </pc:spChg>
        <pc:spChg chg="add del mod">
          <ac:chgData name="osazee ero" userId="f1b7fa86e2eb4fad" providerId="LiveId" clId="{2A668B92-59A6-429B-AAA7-F5C6F665E6F5}" dt="2025-10-06T23:51:14.221" v="240" actId="478"/>
          <ac:spMkLst>
            <pc:docMk/>
            <pc:sldMk cId="3862419308" sldId="259"/>
            <ac:spMk id="4" creationId="{B6946095-253E-6FCA-AD79-18C3361C235D}"/>
          </ac:spMkLst>
        </pc:spChg>
        <pc:picChg chg="add del mod">
          <ac:chgData name="osazee ero" userId="f1b7fa86e2eb4fad" providerId="LiveId" clId="{2A668B92-59A6-429B-AAA7-F5C6F665E6F5}" dt="2025-10-06T23:54:02.780" v="254" actId="478"/>
          <ac:picMkLst>
            <pc:docMk/>
            <pc:sldMk cId="3862419308" sldId="259"/>
            <ac:picMk id="5122" creationId="{A2A64BDF-33FA-80A8-D889-1FEFE2F72D7B}"/>
          </ac:picMkLst>
        </pc:picChg>
        <pc:picChg chg="add mod">
          <ac:chgData name="osazee ero" userId="f1b7fa86e2eb4fad" providerId="LiveId" clId="{2A668B92-59A6-429B-AAA7-F5C6F665E6F5}" dt="2025-10-06T23:54:09.107" v="258" actId="1076"/>
          <ac:picMkLst>
            <pc:docMk/>
            <pc:sldMk cId="3862419308" sldId="259"/>
            <ac:picMk id="5124" creationId="{D06E53B7-58D2-A890-EF07-02838F722D94}"/>
          </ac:picMkLst>
        </pc:picChg>
      </pc:sldChg>
      <pc:sldChg chg="addSp delSp modSp add mod ord">
        <pc:chgData name="osazee ero" userId="f1b7fa86e2eb4fad" providerId="LiveId" clId="{2A668B92-59A6-429B-AAA7-F5C6F665E6F5}" dt="2025-10-06T23:55:44.748" v="263" actId="14100"/>
        <pc:sldMkLst>
          <pc:docMk/>
          <pc:sldMk cId="4006590358" sldId="260"/>
        </pc:sldMkLst>
        <pc:spChg chg="add mod">
          <ac:chgData name="osazee ero" userId="f1b7fa86e2eb4fad" providerId="LiveId" clId="{2A668B92-59A6-429B-AAA7-F5C6F665E6F5}" dt="2025-10-06T23:55:19.483" v="260" actId="20577"/>
          <ac:spMkLst>
            <pc:docMk/>
            <pc:sldMk cId="4006590358" sldId="260"/>
            <ac:spMk id="3" creationId="{B082932A-1468-83DF-4C91-882A29A051F6}"/>
          </ac:spMkLst>
        </pc:spChg>
        <pc:spChg chg="del">
          <ac:chgData name="osazee ero" userId="f1b7fa86e2eb4fad" providerId="LiveId" clId="{2A668B92-59A6-429B-AAA7-F5C6F665E6F5}" dt="2025-10-06T22:25:36.652" v="52" actId="478"/>
          <ac:spMkLst>
            <pc:docMk/>
            <pc:sldMk cId="4006590358" sldId="260"/>
            <ac:spMk id="4" creationId="{DABB9893-7D8C-86EE-35C5-D521679CA1E8}"/>
          </ac:spMkLst>
        </pc:spChg>
        <pc:picChg chg="add mod">
          <ac:chgData name="osazee ero" userId="f1b7fa86e2eb4fad" providerId="LiveId" clId="{2A668B92-59A6-429B-AAA7-F5C6F665E6F5}" dt="2025-10-06T23:55:44.748" v="263" actId="14100"/>
          <ac:picMkLst>
            <pc:docMk/>
            <pc:sldMk cId="4006590358" sldId="260"/>
            <ac:picMk id="7170" creationId="{362629FB-1880-9439-78C0-A56A8A428B08}"/>
          </ac:picMkLst>
        </pc:picChg>
      </pc:sldChg>
      <pc:sldChg chg="add">
        <pc:chgData name="osazee ero" userId="f1b7fa86e2eb4fad" providerId="LiveId" clId="{2A668B92-59A6-429B-AAA7-F5C6F665E6F5}" dt="2025-10-06T22:25:54.046" v="60" actId="2890"/>
        <pc:sldMkLst>
          <pc:docMk/>
          <pc:sldMk cId="3344017426" sldId="261"/>
        </pc:sldMkLst>
      </pc:sldChg>
      <pc:sldChg chg="modSp add mod">
        <pc:chgData name="osazee ero" userId="f1b7fa86e2eb4fad" providerId="LiveId" clId="{2A668B92-59A6-429B-AAA7-F5C6F665E6F5}" dt="2025-10-06T22:46:34.554" v="131" actId="13926"/>
        <pc:sldMkLst>
          <pc:docMk/>
          <pc:sldMk cId="3658925146" sldId="262"/>
        </pc:sldMkLst>
        <pc:spChg chg="mod">
          <ac:chgData name="osazee ero" userId="f1b7fa86e2eb4fad" providerId="LiveId" clId="{2A668B92-59A6-429B-AAA7-F5C6F665E6F5}" dt="2025-10-06T22:46:34.554" v="131" actId="13926"/>
          <ac:spMkLst>
            <pc:docMk/>
            <pc:sldMk cId="3658925146" sldId="262"/>
            <ac:spMk id="3" creationId="{1DEADBB0-1783-354B-9BA5-4C7FA5B646B7}"/>
          </ac:spMkLst>
        </pc:spChg>
      </pc:sldChg>
      <pc:sldChg chg="addSp delSp modSp add mod">
        <pc:chgData name="osazee ero" userId="f1b7fa86e2eb4fad" providerId="LiveId" clId="{2A668B92-59A6-429B-AAA7-F5C6F665E6F5}" dt="2025-10-07T00:53:06.295" v="296" actId="1076"/>
        <pc:sldMkLst>
          <pc:docMk/>
          <pc:sldMk cId="749529608" sldId="263"/>
        </pc:sldMkLst>
        <pc:spChg chg="add mod">
          <ac:chgData name="osazee ero" userId="f1b7fa86e2eb4fad" providerId="LiveId" clId="{2A668B92-59A6-429B-AAA7-F5C6F665E6F5}" dt="2025-10-06T22:47:55.184" v="145" actId="14100"/>
          <ac:spMkLst>
            <pc:docMk/>
            <pc:sldMk cId="749529608" sldId="263"/>
            <ac:spMk id="3" creationId="{23252E9F-B9DB-933C-5D0E-8923AF2194D6}"/>
          </ac:spMkLst>
        </pc:spChg>
        <pc:picChg chg="add del mod">
          <ac:chgData name="osazee ero" userId="f1b7fa86e2eb4fad" providerId="LiveId" clId="{2A668B92-59A6-429B-AAA7-F5C6F665E6F5}" dt="2025-10-06T22:49:16.120" v="146" actId="478"/>
          <ac:picMkLst>
            <pc:docMk/>
            <pc:sldMk cId="749529608" sldId="263"/>
            <ac:picMk id="1026" creationId="{6BADA3B5-9212-B484-7AD5-CA60B748220E}"/>
          </ac:picMkLst>
        </pc:picChg>
        <pc:picChg chg="add mod">
          <ac:chgData name="osazee ero" userId="f1b7fa86e2eb4fad" providerId="LiveId" clId="{2A668B92-59A6-429B-AAA7-F5C6F665E6F5}" dt="2025-10-07T00:53:06.295" v="296" actId="1076"/>
          <ac:picMkLst>
            <pc:docMk/>
            <pc:sldMk cId="749529608" sldId="263"/>
            <ac:picMk id="2050" creationId="{9EC46414-6594-D8C3-A5FF-7A0D42A9EE82}"/>
          </ac:picMkLst>
        </pc:picChg>
      </pc:sldChg>
      <pc:sldChg chg="addSp delSp modSp add mod">
        <pc:chgData name="osazee ero" userId="f1b7fa86e2eb4fad" providerId="LiveId" clId="{2A668B92-59A6-429B-AAA7-F5C6F665E6F5}" dt="2025-10-06T22:58:41.607" v="188" actId="13926"/>
        <pc:sldMkLst>
          <pc:docMk/>
          <pc:sldMk cId="2373058344" sldId="264"/>
        </pc:sldMkLst>
        <pc:spChg chg="add mod">
          <ac:chgData name="osazee ero" userId="f1b7fa86e2eb4fad" providerId="LiveId" clId="{2A668B92-59A6-429B-AAA7-F5C6F665E6F5}" dt="2025-10-06T22:58:41.607" v="188" actId="13926"/>
          <ac:spMkLst>
            <pc:docMk/>
            <pc:sldMk cId="2373058344" sldId="264"/>
            <ac:spMk id="3" creationId="{4B0629C7-FD24-7DC1-E468-1872419F7E11}"/>
          </ac:spMkLst>
        </pc:spChg>
        <pc:picChg chg="del">
          <ac:chgData name="osazee ero" userId="f1b7fa86e2eb4fad" providerId="LiveId" clId="{2A668B92-59A6-429B-AAA7-F5C6F665E6F5}" dt="2025-10-06T22:57:26.509" v="172" actId="478"/>
          <ac:picMkLst>
            <pc:docMk/>
            <pc:sldMk cId="2373058344" sldId="264"/>
            <ac:picMk id="1026" creationId="{1274C0E2-4476-F502-3D08-D0EA12B5183B}"/>
          </ac:picMkLst>
        </pc:picChg>
      </pc:sldChg>
      <pc:sldChg chg="addSp delSp modSp add mod ord">
        <pc:chgData name="osazee ero" userId="f1b7fa86e2eb4fad" providerId="LiveId" clId="{2A668B92-59A6-429B-AAA7-F5C6F665E6F5}" dt="2025-10-07T00:57:24.313" v="298" actId="13926"/>
        <pc:sldMkLst>
          <pc:docMk/>
          <pc:sldMk cId="2734868668" sldId="265"/>
        </pc:sldMkLst>
        <pc:spChg chg="add mod">
          <ac:chgData name="osazee ero" userId="f1b7fa86e2eb4fad" providerId="LiveId" clId="{2A668B92-59A6-429B-AAA7-F5C6F665E6F5}" dt="2025-10-06T22:59:16.423" v="195" actId="20577"/>
          <ac:spMkLst>
            <pc:docMk/>
            <pc:sldMk cId="2734868668" sldId="265"/>
            <ac:spMk id="3" creationId="{6633834A-B930-6DF2-07D4-ED7F872B2CE8}"/>
          </ac:spMkLst>
        </pc:spChg>
        <pc:spChg chg="add mod">
          <ac:chgData name="osazee ero" userId="f1b7fa86e2eb4fad" providerId="LiveId" clId="{2A668B92-59A6-429B-AAA7-F5C6F665E6F5}" dt="2025-10-06T22:59:58.112" v="200" actId="1076"/>
          <ac:spMkLst>
            <pc:docMk/>
            <pc:sldMk cId="2734868668" sldId="265"/>
            <ac:spMk id="5" creationId="{C58FBADB-16ED-1799-A52A-EF6A6E21D08E}"/>
          </ac:spMkLst>
        </pc:spChg>
        <pc:spChg chg="add mod">
          <ac:chgData name="osazee ero" userId="f1b7fa86e2eb4fad" providerId="LiveId" clId="{2A668B92-59A6-429B-AAA7-F5C6F665E6F5}" dt="2025-10-07T00:57:24.313" v="298" actId="13926"/>
          <ac:spMkLst>
            <pc:docMk/>
            <pc:sldMk cId="2734868668" sldId="265"/>
            <ac:spMk id="7" creationId="{3B0C7EAA-D1AE-4868-6449-31C8BF3D1CDA}"/>
          </ac:spMkLst>
        </pc:spChg>
        <pc:picChg chg="del">
          <ac:chgData name="osazee ero" userId="f1b7fa86e2eb4fad" providerId="LiveId" clId="{2A668B92-59A6-429B-AAA7-F5C6F665E6F5}" dt="2025-10-06T22:59:07.772" v="190" actId="478"/>
          <ac:picMkLst>
            <pc:docMk/>
            <pc:sldMk cId="2734868668" sldId="265"/>
            <ac:picMk id="1026" creationId="{A8E4D2EF-24E8-FA36-86DA-8C2E691173F2}"/>
          </ac:picMkLst>
        </pc:picChg>
        <pc:picChg chg="add del mod">
          <ac:chgData name="osazee ero" userId="f1b7fa86e2eb4fad" providerId="LiveId" clId="{2A668B92-59A6-429B-AAA7-F5C6F665E6F5}" dt="2025-10-06T23:01:16.831" v="209" actId="478"/>
          <ac:picMkLst>
            <pc:docMk/>
            <pc:sldMk cId="2734868668" sldId="265"/>
            <ac:picMk id="3074" creationId="{A2F3390B-A690-0525-64DE-22DCE08B246E}"/>
          </ac:picMkLst>
        </pc:picChg>
      </pc:sldChg>
      <pc:sldChg chg="addSp delSp add mod ord">
        <pc:chgData name="osazee ero" userId="f1b7fa86e2eb4fad" providerId="LiveId" clId="{2A668B92-59A6-429B-AAA7-F5C6F665E6F5}" dt="2025-10-07T00:01:50.955" v="281"/>
        <pc:sldMkLst>
          <pc:docMk/>
          <pc:sldMk cId="4246525839" sldId="266"/>
        </pc:sldMkLst>
        <pc:spChg chg="add">
          <ac:chgData name="osazee ero" userId="f1b7fa86e2eb4fad" providerId="LiveId" clId="{2A668B92-59A6-429B-AAA7-F5C6F665E6F5}" dt="2025-10-06T23:02:31.725" v="217"/>
          <ac:spMkLst>
            <pc:docMk/>
            <pc:sldMk cId="4246525839" sldId="266"/>
            <ac:spMk id="2" creationId="{07EA5A26-58C4-D1B7-CACC-93D2521397A6}"/>
          </ac:spMkLst>
        </pc:spChg>
        <pc:picChg chg="add">
          <ac:chgData name="osazee ero" userId="f1b7fa86e2eb4fad" providerId="LiveId" clId="{2A668B92-59A6-429B-AAA7-F5C6F665E6F5}" dt="2025-10-06T23:02:58.414" v="218" actId="22"/>
          <ac:picMkLst>
            <pc:docMk/>
            <pc:sldMk cId="4246525839" sldId="266"/>
            <ac:picMk id="4" creationId="{6DD75BAE-9CC2-2D0C-4049-DC66058D194B}"/>
          </ac:picMkLst>
        </pc:picChg>
        <pc:picChg chg="del">
          <ac:chgData name="osazee ero" userId="f1b7fa86e2eb4fad" providerId="LiveId" clId="{2A668B92-59A6-429B-AAA7-F5C6F665E6F5}" dt="2025-10-06T23:00:27.290" v="207" actId="478"/>
          <ac:picMkLst>
            <pc:docMk/>
            <pc:sldMk cId="4246525839" sldId="266"/>
            <ac:picMk id="1026" creationId="{80910858-DAE4-65D5-CB21-2CF154459C8C}"/>
          </ac:picMkLst>
        </pc:picChg>
      </pc:sldChg>
      <pc:sldChg chg="add">
        <pc:chgData name="osazee ero" userId="f1b7fa86e2eb4fad" providerId="LiveId" clId="{2A668B92-59A6-429B-AAA7-F5C6F665E6F5}" dt="2025-10-06T22:55:15.449" v="152" actId="2890"/>
        <pc:sldMkLst>
          <pc:docMk/>
          <pc:sldMk cId="619549036" sldId="267"/>
        </pc:sldMkLst>
      </pc:sldChg>
      <pc:sldChg chg="addSp delSp modSp add mod ord">
        <pc:chgData name="osazee ero" userId="f1b7fa86e2eb4fad" providerId="LiveId" clId="{2A668B92-59A6-429B-AAA7-F5C6F665E6F5}" dt="2025-10-07T00:02:19.005" v="285"/>
        <pc:sldMkLst>
          <pc:docMk/>
          <pc:sldMk cId="1667443986" sldId="268"/>
        </pc:sldMkLst>
        <pc:spChg chg="add mod">
          <ac:chgData name="osazee ero" userId="f1b7fa86e2eb4fad" providerId="LiveId" clId="{2A668B92-59A6-429B-AAA7-F5C6F665E6F5}" dt="2025-10-06T23:48:28.260" v="230" actId="1076"/>
          <ac:spMkLst>
            <pc:docMk/>
            <pc:sldMk cId="1667443986" sldId="268"/>
            <ac:spMk id="3" creationId="{15507E1B-E2D8-44E6-BAEC-404C2C3787E3}"/>
          </ac:spMkLst>
        </pc:spChg>
        <pc:spChg chg="add mod">
          <ac:chgData name="osazee ero" userId="f1b7fa86e2eb4fad" providerId="LiveId" clId="{2A668B92-59A6-429B-AAA7-F5C6F665E6F5}" dt="2025-10-06T23:48:42.937" v="234" actId="13926"/>
          <ac:spMkLst>
            <pc:docMk/>
            <pc:sldMk cId="1667443986" sldId="268"/>
            <ac:spMk id="5" creationId="{F0F0BED2-BBC6-FE1F-BA65-73630569D788}"/>
          </ac:spMkLst>
        </pc:spChg>
        <pc:picChg chg="del">
          <ac:chgData name="osazee ero" userId="f1b7fa86e2eb4fad" providerId="LiveId" clId="{2A668B92-59A6-429B-AAA7-F5C6F665E6F5}" dt="2025-10-06T23:05:04.152" v="220" actId="478"/>
          <ac:picMkLst>
            <pc:docMk/>
            <pc:sldMk cId="1667443986" sldId="268"/>
            <ac:picMk id="1026" creationId="{F55215D7-EF9E-F2EE-5E49-AAD7F1E469AC}"/>
          </ac:picMkLst>
        </pc:picChg>
      </pc:sldChg>
      <pc:sldChg chg="add">
        <pc:chgData name="osazee ero" userId="f1b7fa86e2eb4fad" providerId="LiveId" clId="{2A668B92-59A6-429B-AAA7-F5C6F665E6F5}" dt="2025-10-06T23:01:14.907" v="208" actId="2890"/>
        <pc:sldMkLst>
          <pc:docMk/>
          <pc:sldMk cId="3104223447" sldId="269"/>
        </pc:sldMkLst>
      </pc:sldChg>
      <pc:sldChg chg="add">
        <pc:chgData name="osazee ero" userId="f1b7fa86e2eb4fad" providerId="LiveId" clId="{2A668B92-59A6-429B-AAA7-F5C6F665E6F5}" dt="2025-10-06T23:05:02.038" v="219" actId="2890"/>
        <pc:sldMkLst>
          <pc:docMk/>
          <pc:sldMk cId="957001527" sldId="270"/>
        </pc:sldMkLst>
      </pc:sldChg>
      <pc:sldChg chg="addSp modSp add mod ord">
        <pc:chgData name="osazee ero" userId="f1b7fa86e2eb4fad" providerId="LiveId" clId="{2A668B92-59A6-429B-AAA7-F5C6F665E6F5}" dt="2025-10-07T00:02:25.481" v="287"/>
        <pc:sldMkLst>
          <pc:docMk/>
          <pc:sldMk cId="1058340173" sldId="271"/>
        </pc:sldMkLst>
        <pc:spChg chg="add mod">
          <ac:chgData name="osazee ero" userId="f1b7fa86e2eb4fad" providerId="LiveId" clId="{2A668B92-59A6-429B-AAA7-F5C6F665E6F5}" dt="2025-10-06T23:49:06.270" v="238" actId="14100"/>
          <ac:spMkLst>
            <pc:docMk/>
            <pc:sldMk cId="1058340173" sldId="271"/>
            <ac:spMk id="4" creationId="{0321E6ED-D893-EE51-8B7F-3B61C54DD369}"/>
          </ac:spMkLst>
        </pc:spChg>
      </pc:sldChg>
      <pc:sldChg chg="add">
        <pc:chgData name="osazee ero" userId="f1b7fa86e2eb4fad" providerId="LiveId" clId="{2A668B92-59A6-429B-AAA7-F5C6F665E6F5}" dt="2025-10-06T23:48:57.998" v="235" actId="2890"/>
        <pc:sldMkLst>
          <pc:docMk/>
          <pc:sldMk cId="3681301448" sldId="272"/>
        </pc:sldMkLst>
      </pc:sldChg>
      <pc:sldChg chg="addSp modSp add">
        <pc:chgData name="osazee ero" userId="f1b7fa86e2eb4fad" providerId="LiveId" clId="{2A668B92-59A6-429B-AAA7-F5C6F665E6F5}" dt="2025-10-06T23:53:28.523" v="252" actId="1076"/>
        <pc:sldMkLst>
          <pc:docMk/>
          <pc:sldMk cId="2983437924" sldId="273"/>
        </pc:sldMkLst>
        <pc:picChg chg="add mod">
          <ac:chgData name="osazee ero" userId="f1b7fa86e2eb4fad" providerId="LiveId" clId="{2A668B92-59A6-429B-AAA7-F5C6F665E6F5}" dt="2025-10-06T23:53:28.523" v="252" actId="1076"/>
          <ac:picMkLst>
            <pc:docMk/>
            <pc:sldMk cId="2983437924" sldId="273"/>
            <ac:picMk id="6146" creationId="{C5F503EA-DEEA-A144-5C26-42C18A39C1F0}"/>
          </ac:picMkLst>
        </pc:picChg>
      </pc:sldChg>
      <pc:sldChg chg="add">
        <pc:chgData name="osazee ero" userId="f1b7fa86e2eb4fad" providerId="LiveId" clId="{2A668B92-59A6-429B-AAA7-F5C6F665E6F5}" dt="2025-10-06T23:54:00.218" v="253" actId="2890"/>
        <pc:sldMkLst>
          <pc:docMk/>
          <pc:sldMk cId="627457762" sldId="274"/>
        </pc:sldMkLst>
      </pc:sldChg>
      <pc:sldChg chg="addSp modSp add mod">
        <pc:chgData name="osazee ero" userId="f1b7fa86e2eb4fad" providerId="LiveId" clId="{2A668B92-59A6-429B-AAA7-F5C6F665E6F5}" dt="2025-10-06T23:59:02.478" v="272" actId="14100"/>
        <pc:sldMkLst>
          <pc:docMk/>
          <pc:sldMk cId="1152641696" sldId="275"/>
        </pc:sldMkLst>
        <pc:spChg chg="mod">
          <ac:chgData name="osazee ero" userId="f1b7fa86e2eb4fad" providerId="LiveId" clId="{2A668B92-59A6-429B-AAA7-F5C6F665E6F5}" dt="2025-10-06T23:58:58.512" v="271" actId="1076"/>
          <ac:spMkLst>
            <pc:docMk/>
            <pc:sldMk cId="1152641696" sldId="275"/>
            <ac:spMk id="3" creationId="{C956FE54-6182-BA82-FD7C-F45FDB8809F6}"/>
          </ac:spMkLst>
        </pc:spChg>
        <pc:picChg chg="add mod">
          <ac:chgData name="osazee ero" userId="f1b7fa86e2eb4fad" providerId="LiveId" clId="{2A668B92-59A6-429B-AAA7-F5C6F665E6F5}" dt="2025-10-06T23:59:02.478" v="272" actId="14100"/>
          <ac:picMkLst>
            <pc:docMk/>
            <pc:sldMk cId="1152641696" sldId="275"/>
            <ac:picMk id="8194" creationId="{53E83A93-FCFE-98C0-25FB-6ECAC60207F2}"/>
          </ac:picMkLst>
        </pc:picChg>
      </pc:sldChg>
      <pc:sldChg chg="addSp modSp add mod">
        <pc:chgData name="osazee ero" userId="f1b7fa86e2eb4fad" providerId="LiveId" clId="{2A668B92-59A6-429B-AAA7-F5C6F665E6F5}" dt="2025-10-07T00:01:30.603" v="279" actId="1076"/>
        <pc:sldMkLst>
          <pc:docMk/>
          <pc:sldMk cId="3883375060" sldId="276"/>
        </pc:sldMkLst>
        <pc:spChg chg="mod">
          <ac:chgData name="osazee ero" userId="f1b7fa86e2eb4fad" providerId="LiveId" clId="{2A668B92-59A6-429B-AAA7-F5C6F665E6F5}" dt="2025-10-06T23:59:50.327" v="275" actId="20577"/>
          <ac:spMkLst>
            <pc:docMk/>
            <pc:sldMk cId="3883375060" sldId="276"/>
            <ac:spMk id="3" creationId="{0485FF62-60F7-1E83-9E5F-12F9F92A8580}"/>
          </ac:spMkLst>
        </pc:spChg>
        <pc:picChg chg="add mod">
          <ac:chgData name="osazee ero" userId="f1b7fa86e2eb4fad" providerId="LiveId" clId="{2A668B92-59A6-429B-AAA7-F5C6F665E6F5}" dt="2025-10-07T00:01:30.603" v="279" actId="1076"/>
          <ac:picMkLst>
            <pc:docMk/>
            <pc:sldMk cId="3883375060" sldId="276"/>
            <ac:picMk id="9218" creationId="{AA51A139-5E0C-E2F1-92E1-DD02A413D85B}"/>
          </ac:picMkLst>
        </pc:picChg>
      </pc:sldChg>
      <pc:sldChg chg="add">
        <pc:chgData name="osazee ero" userId="f1b7fa86e2eb4fad" providerId="LiveId" clId="{2A668B92-59A6-429B-AAA7-F5C6F665E6F5}" dt="2025-10-07T00:31:09.701" v="292" actId="2890"/>
        <pc:sldMkLst>
          <pc:docMk/>
          <pc:sldMk cId="3071260318" sldId="27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D8EC2-E1DB-8CA4-1DD4-1EE3A49A68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ADEDF86-D6F4-626D-F5EF-0635110C25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BE64097-DA5F-8FA0-046C-0CA09F6ED878}"/>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5" name="Footer Placeholder 4">
            <a:extLst>
              <a:ext uri="{FF2B5EF4-FFF2-40B4-BE49-F238E27FC236}">
                <a16:creationId xmlns:a16="http://schemas.microsoft.com/office/drawing/2014/main" id="{C3AACBFF-7BBA-D814-F621-CFF42F57F32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36E2466-5C0F-EB07-6955-1390D94EDD1F}"/>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3420164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4EF30-1CED-871D-DCD6-BB6B03F0878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90B2823-C1DA-0B01-A577-A9B16DAC72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F5FC6A2-4E14-493B-6B30-549409544A45}"/>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5" name="Footer Placeholder 4">
            <a:extLst>
              <a:ext uri="{FF2B5EF4-FFF2-40B4-BE49-F238E27FC236}">
                <a16:creationId xmlns:a16="http://schemas.microsoft.com/office/drawing/2014/main" id="{9628EBA0-E072-AD4D-EC21-E0F11A4AC76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A50918A-E281-E2BC-517F-8DD50875F6DA}"/>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3515287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A1CC3-B7BD-2FBB-2195-9D5F055DE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441B970C-FCE4-6BF8-0C58-C804C45580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D48D94-A45A-3A25-B5C7-B0A3A0059FB9}"/>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5" name="Footer Placeholder 4">
            <a:extLst>
              <a:ext uri="{FF2B5EF4-FFF2-40B4-BE49-F238E27FC236}">
                <a16:creationId xmlns:a16="http://schemas.microsoft.com/office/drawing/2014/main" id="{1061DD70-3BD6-479C-699F-D1292C5F73B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C0B8A63-B440-112A-5F9A-46A786CDD8F3}"/>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4205885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29577-D3AA-30C7-8ABC-CC0E341AB74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9EDDD96-9E36-37CB-67EA-F73AAC74B6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F5E6EA1-ED6D-5E3C-9B88-B4CCEAE574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704F759-8EAE-DE39-F441-BCE0E65F768C}"/>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6" name="Footer Placeholder 5">
            <a:extLst>
              <a:ext uri="{FF2B5EF4-FFF2-40B4-BE49-F238E27FC236}">
                <a16:creationId xmlns:a16="http://schemas.microsoft.com/office/drawing/2014/main" id="{35C04AA2-0C3B-DCB8-4385-4BEE47A21C3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7FF665E-21CF-8CE0-DDD2-7324FB6B4FD4}"/>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1504314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72589-A2F8-BD9F-B699-F310E7D027C4}"/>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40E0608-37B5-00C0-8F60-52BE80B537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94DA9C-796E-480D-C514-2F5670523C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AF06034-705E-9972-623C-27F7A78D76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4D563D-7E02-46C0-76ED-AA4CE39590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0297C6B8-BBB2-DD16-AFAB-5D520D8AAE3D}"/>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8" name="Footer Placeholder 7">
            <a:extLst>
              <a:ext uri="{FF2B5EF4-FFF2-40B4-BE49-F238E27FC236}">
                <a16:creationId xmlns:a16="http://schemas.microsoft.com/office/drawing/2014/main" id="{3648D1E8-DC92-F50D-C28C-3F4154D1C1FC}"/>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7DB49D8A-CB13-7991-AED0-DD8EED063070}"/>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3674605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E95A4-E44E-B66C-376B-54643F3C232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12BE83E0-44F9-018F-39A4-36094EFA61A7}"/>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4" name="Footer Placeholder 3">
            <a:extLst>
              <a:ext uri="{FF2B5EF4-FFF2-40B4-BE49-F238E27FC236}">
                <a16:creationId xmlns:a16="http://schemas.microsoft.com/office/drawing/2014/main" id="{C6244354-CC91-A2E8-5C1A-81856352F761}"/>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55CA956-1409-DF84-2D14-929021E9C7CF}"/>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2797796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AC0E1B-08F1-5FBC-FA24-8F8F6AE642F9}"/>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3" name="Footer Placeholder 2">
            <a:extLst>
              <a:ext uri="{FF2B5EF4-FFF2-40B4-BE49-F238E27FC236}">
                <a16:creationId xmlns:a16="http://schemas.microsoft.com/office/drawing/2014/main" id="{2673D667-F4A7-1582-C197-8BE7FCF7327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BCDE25C5-5E2E-FA65-E239-2F256561847B}"/>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831951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AF2AD-F8C9-30BD-56EE-E40A579669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AF54A005-E5FB-3D0F-D51E-CEF2115011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1E2F474-85A9-FC3E-A296-56917B108B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8A3AD0-4AB7-5981-BFCD-9E64BF3F320C}"/>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6" name="Footer Placeholder 5">
            <a:extLst>
              <a:ext uri="{FF2B5EF4-FFF2-40B4-BE49-F238E27FC236}">
                <a16:creationId xmlns:a16="http://schemas.microsoft.com/office/drawing/2014/main" id="{35B53A4F-2773-682F-3733-C60A4930FE8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E8AB4B1-4EB3-6443-E73D-874ECD22754F}"/>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7412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E8951-49FB-95EC-8A8E-F6D119769B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C13124D-7E54-ED68-931A-F23547C92D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A596AE0-EE96-4961-8A59-2602DB723C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03E727-DE09-9E6E-0D2F-28ED32459097}"/>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6" name="Footer Placeholder 5">
            <a:extLst>
              <a:ext uri="{FF2B5EF4-FFF2-40B4-BE49-F238E27FC236}">
                <a16:creationId xmlns:a16="http://schemas.microsoft.com/office/drawing/2014/main" id="{EC381166-BAD0-644F-3D5D-36CBD60404E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129D2E0-81EE-7214-0068-F0F87147EE9C}"/>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1923712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FDFE-FD5A-2B96-C66B-F90DBA3C21AB}"/>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1C1FE12-A381-8EF2-7FFC-D5220DAB43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585DB94-409D-014F-F6B7-E7DD36D94E19}"/>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5" name="Footer Placeholder 4">
            <a:extLst>
              <a:ext uri="{FF2B5EF4-FFF2-40B4-BE49-F238E27FC236}">
                <a16:creationId xmlns:a16="http://schemas.microsoft.com/office/drawing/2014/main" id="{91F6B94F-1820-73EA-36B9-3A3E6EF830A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24031C4-0985-F598-0DF1-328F211C7D71}"/>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1705735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8DE7FD-DEDF-3A7F-38BD-57436A1E44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7361EEE-8026-F4F7-9ED7-1E80EEC85E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0AEC5DE-337E-311E-9BE9-F63C0AC39796}"/>
              </a:ext>
            </a:extLst>
          </p:cNvPr>
          <p:cNvSpPr>
            <a:spLocks noGrp="1"/>
          </p:cNvSpPr>
          <p:nvPr>
            <p:ph type="dt" sz="half" idx="10"/>
          </p:nvPr>
        </p:nvSpPr>
        <p:spPr/>
        <p:txBody>
          <a:bodyPr/>
          <a:lstStyle/>
          <a:p>
            <a:fld id="{350DA385-464A-4395-BF06-D51638BB0E15}" type="datetimeFigureOut">
              <a:rPr lang="en-CA" smtClean="0"/>
              <a:t>2025-10-06</a:t>
            </a:fld>
            <a:endParaRPr lang="en-CA"/>
          </a:p>
        </p:txBody>
      </p:sp>
      <p:sp>
        <p:nvSpPr>
          <p:cNvPr id="5" name="Footer Placeholder 4">
            <a:extLst>
              <a:ext uri="{FF2B5EF4-FFF2-40B4-BE49-F238E27FC236}">
                <a16:creationId xmlns:a16="http://schemas.microsoft.com/office/drawing/2014/main" id="{192EC071-BCCB-E638-6704-522FBC1EA79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3B26763-0AC2-7072-646B-989F25BA86A0}"/>
              </a:ext>
            </a:extLst>
          </p:cNvPr>
          <p:cNvSpPr>
            <a:spLocks noGrp="1"/>
          </p:cNvSpPr>
          <p:nvPr>
            <p:ph type="sldNum" sz="quarter" idx="12"/>
          </p:nvPr>
        </p:nvSpPr>
        <p:spPr/>
        <p:txBody>
          <a:bodyPr/>
          <a:lstStyle/>
          <a:p>
            <a:fld id="{2C701145-A62D-4186-8D64-2D8D3640708F}" type="slidenum">
              <a:rPr lang="en-CA" smtClean="0"/>
              <a:t>‹#›</a:t>
            </a:fld>
            <a:endParaRPr lang="en-CA"/>
          </a:p>
        </p:txBody>
      </p:sp>
    </p:spTree>
    <p:extLst>
      <p:ext uri="{BB962C8B-B14F-4D97-AF65-F5344CB8AC3E}">
        <p14:creationId xmlns:p14="http://schemas.microsoft.com/office/powerpoint/2010/main" val="1269076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1655B4-F0E5-3450-3CE8-D2BF22CF66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7EBB027-8831-FE7B-3D6E-EE43DF1D58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64CBC4C-173A-5786-5993-D1A5795880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0DA385-464A-4395-BF06-D51638BB0E15}" type="datetimeFigureOut">
              <a:rPr lang="en-CA" smtClean="0"/>
              <a:t>2025-10-06</a:t>
            </a:fld>
            <a:endParaRPr lang="en-CA"/>
          </a:p>
        </p:txBody>
      </p:sp>
      <p:sp>
        <p:nvSpPr>
          <p:cNvPr id="5" name="Footer Placeholder 4">
            <a:extLst>
              <a:ext uri="{FF2B5EF4-FFF2-40B4-BE49-F238E27FC236}">
                <a16:creationId xmlns:a16="http://schemas.microsoft.com/office/drawing/2014/main" id="{49498F94-BADC-7825-5D49-AC2F827E01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5AB15AA-AF24-8BB2-E576-D94AE30E40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701145-A62D-4186-8D64-2D8D3640708F}" type="slidenum">
              <a:rPr lang="en-CA" smtClean="0"/>
              <a:t>‹#›</a:t>
            </a:fld>
            <a:endParaRPr lang="en-CA"/>
          </a:p>
        </p:txBody>
      </p:sp>
    </p:spTree>
    <p:extLst>
      <p:ext uri="{BB962C8B-B14F-4D97-AF65-F5344CB8AC3E}">
        <p14:creationId xmlns:p14="http://schemas.microsoft.com/office/powerpoint/2010/main" val="4213134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a.storyblok.com/f/139616/1200x800/89f31e46c8/structure-of-ssd.webp" TargetMode="External"/><Relationship Id="rId2" Type="http://schemas.openxmlformats.org/officeDocument/2006/relationships/hyperlink" Target="https://encord.com/blog/object-detection/"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encord.com/blog/improve-quality-of-labeled-data-guide/"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ncord.com/blog/guide-to-semantic-segmentation/"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researchgate.net/publication/343194514_A_Survey_on_Performance_Metrics_for_Object-Detection_Algorithms" TargetMode="External"/><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hyperlink" Target="https://encord.com/glossary/mean-average-precision/"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encord.com/blog/guide-to-semantic-segmentation/" TargetMode="External"/><Relationship Id="rId2" Type="http://schemas.openxmlformats.org/officeDocument/2006/relationships/hyperlink" Target="https://encord.com/blog/improve-quality-of-labeled-data-guide/"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1A3C3-5EEE-B856-4A24-96C71CAF22D4}"/>
            </a:ext>
          </a:extLst>
        </p:cNvPr>
        <p:cNvGrpSpPr/>
        <p:nvPr/>
      </p:nvGrpSpPr>
      <p:grpSpPr>
        <a:xfrm>
          <a:off x="0" y="0"/>
          <a:ext cx="0" cy="0"/>
          <a:chOff x="0" y="0"/>
          <a:chExt cx="0" cy="0"/>
        </a:xfrm>
      </p:grpSpPr>
      <p:pic>
        <p:nvPicPr>
          <p:cNvPr id="5124" name="Picture 4" descr="What is Object Detection: A Complete Guide">
            <a:extLst>
              <a:ext uri="{FF2B5EF4-FFF2-40B4-BE49-F238E27FC236}">
                <a16:creationId xmlns:a16="http://schemas.microsoft.com/office/drawing/2014/main" id="{D06E53B7-58D2-A890-EF07-02838F722D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7426" y="569842"/>
            <a:ext cx="5440017" cy="5440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2419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5D0E4-4D5C-B1D2-E7A4-95301E3CEC9A}"/>
            </a:ext>
          </a:extLst>
        </p:cNvPr>
        <p:cNvGrpSpPr/>
        <p:nvPr/>
      </p:nvGrpSpPr>
      <p:grpSpPr>
        <a:xfrm>
          <a:off x="0" y="0"/>
          <a:ext cx="0" cy="0"/>
          <a:chOff x="0" y="0"/>
          <a:chExt cx="0" cy="0"/>
        </a:xfrm>
      </p:grpSpPr>
      <p:pic>
        <p:nvPicPr>
          <p:cNvPr id="5122" name="Picture 2" descr="Object Detection in Computer Vision: A Guide - Blog | Scale Events">
            <a:extLst>
              <a:ext uri="{FF2B5EF4-FFF2-40B4-BE49-F238E27FC236}">
                <a16:creationId xmlns:a16="http://schemas.microsoft.com/office/drawing/2014/main" id="{005226D3-1F82-F19E-11A9-5C069DB772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900" y="742122"/>
            <a:ext cx="8558079" cy="5347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457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975A-8EFE-DB0E-0D19-04822C03915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E15CDEA-D72C-F3BE-2DFE-38D4E49FD3AF}"/>
              </a:ext>
            </a:extLst>
          </p:cNvPr>
          <p:cNvSpPr txBox="1"/>
          <p:nvPr/>
        </p:nvSpPr>
        <p:spPr>
          <a:xfrm>
            <a:off x="251791" y="650514"/>
            <a:ext cx="11688417" cy="2031325"/>
          </a:xfrm>
          <a:prstGeom prst="rect">
            <a:avLst/>
          </a:prstGeom>
          <a:noFill/>
        </p:spPr>
        <p:txBody>
          <a:bodyPr wrap="square">
            <a:spAutoFit/>
          </a:bodyPr>
          <a:lstStyle/>
          <a:p>
            <a:pPr algn="l">
              <a:buNone/>
            </a:pPr>
            <a:r>
              <a:rPr lang="en-US" b="1" dirty="0">
                <a:solidFill>
                  <a:srgbClr val="1D0642"/>
                </a:solidFill>
                <a:latin typeface="Manrope"/>
              </a:rPr>
              <a:t>O</a:t>
            </a:r>
            <a:r>
              <a:rPr lang="en-US" b="1" i="0" dirty="0">
                <a:solidFill>
                  <a:srgbClr val="1D0642"/>
                </a:solidFill>
                <a:effectLst/>
                <a:latin typeface="Manrope"/>
              </a:rPr>
              <a:t>bject Detection: Non-Neural Methods</a:t>
            </a:r>
          </a:p>
          <a:p>
            <a:r>
              <a:rPr lang="en-US" b="0" i="0" dirty="0">
                <a:solidFill>
                  <a:srgbClr val="292929"/>
                </a:solidFill>
                <a:effectLst/>
                <a:latin typeface="Inter"/>
              </a:rPr>
              <a:t>They </a:t>
            </a:r>
            <a:r>
              <a:rPr lang="en-US" dirty="0">
                <a:solidFill>
                  <a:srgbClr val="292929"/>
                </a:solidFill>
                <a:latin typeface="Inter"/>
              </a:rPr>
              <a:t>uses </a:t>
            </a:r>
            <a:r>
              <a:rPr lang="en-US" b="0" i="0" dirty="0">
                <a:solidFill>
                  <a:srgbClr val="292929"/>
                </a:solidFill>
                <a:effectLst/>
                <a:latin typeface="Inter"/>
              </a:rPr>
              <a:t> machine learning model for object detection. It uses a cascade of classifiers, along with selecting different image features</a:t>
            </a:r>
            <a:endParaRPr lang="en-US" b="1" dirty="0">
              <a:solidFill>
                <a:srgbClr val="1D0642"/>
              </a:solidFill>
              <a:latin typeface="Manrope"/>
            </a:endParaRPr>
          </a:p>
          <a:p>
            <a:pPr algn="l">
              <a:buNone/>
            </a:pPr>
            <a:endParaRPr lang="en-US" b="1" i="0" dirty="0">
              <a:solidFill>
                <a:srgbClr val="1D0642"/>
              </a:solidFill>
              <a:effectLst/>
              <a:latin typeface="Manrope"/>
            </a:endParaRPr>
          </a:p>
          <a:p>
            <a:pPr algn="l">
              <a:buNone/>
            </a:pPr>
            <a:r>
              <a:rPr lang="en-US" b="1" i="0" dirty="0">
                <a:solidFill>
                  <a:srgbClr val="191919"/>
                </a:solidFill>
                <a:effectLst/>
                <a:latin typeface="Manrope"/>
              </a:rPr>
              <a:t>Viola-Jones object detection method based on Haar features</a:t>
            </a:r>
            <a:endParaRPr lang="en-US" b="0" i="0" dirty="0">
              <a:solidFill>
                <a:srgbClr val="292929"/>
              </a:solidFill>
              <a:effectLst/>
              <a:latin typeface="Inter"/>
            </a:endParaRPr>
          </a:p>
          <a:p>
            <a:pPr algn="l">
              <a:buNone/>
            </a:pPr>
            <a:r>
              <a:rPr lang="en-US" b="1" i="0" dirty="0">
                <a:solidFill>
                  <a:srgbClr val="191919"/>
                </a:solidFill>
                <a:effectLst/>
                <a:latin typeface="Manrope"/>
              </a:rPr>
              <a:t>Scale-Invariant Feature Transform (SIFT)</a:t>
            </a:r>
          </a:p>
          <a:p>
            <a:pPr algn="l">
              <a:buNone/>
            </a:pPr>
            <a:r>
              <a:rPr lang="en-US" b="1" i="0" dirty="0">
                <a:solidFill>
                  <a:srgbClr val="191919"/>
                </a:solidFill>
                <a:effectLst/>
                <a:latin typeface="Manrope"/>
              </a:rPr>
              <a:t>Histogram of Oriented Gradients (HOG)</a:t>
            </a:r>
            <a:r>
              <a:rPr lang="en-US" b="0" i="0" dirty="0">
                <a:solidFill>
                  <a:srgbClr val="292929"/>
                </a:solidFill>
                <a:effectLst/>
                <a:latin typeface="Inter"/>
              </a:rPr>
              <a:t>.</a:t>
            </a:r>
          </a:p>
        </p:txBody>
      </p:sp>
      <p:pic>
        <p:nvPicPr>
          <p:cNvPr id="6146" name="Picture 2" descr="a Traditional object detection techniques. b Deep learning based object...  | Download Scientific Diagram">
            <a:extLst>
              <a:ext uri="{FF2B5EF4-FFF2-40B4-BE49-F238E27FC236}">
                <a16:creationId xmlns:a16="http://schemas.microsoft.com/office/drawing/2014/main" id="{C5F503EA-DEEA-A144-5C26-42C18A39C1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978" b="-2041"/>
          <a:stretch>
            <a:fillRect/>
          </a:stretch>
        </p:blipFill>
        <p:spPr bwMode="auto">
          <a:xfrm>
            <a:off x="377687" y="2841917"/>
            <a:ext cx="9004851" cy="3936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437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6EECF4-AA64-8B0B-4046-2ADD5F3536C5}"/>
              </a:ext>
            </a:extLst>
          </p:cNvPr>
          <p:cNvSpPr txBox="1"/>
          <p:nvPr/>
        </p:nvSpPr>
        <p:spPr>
          <a:xfrm>
            <a:off x="2696817" y="83005"/>
            <a:ext cx="6096000" cy="369332"/>
          </a:xfrm>
          <a:prstGeom prst="rect">
            <a:avLst/>
          </a:prstGeom>
          <a:noFill/>
        </p:spPr>
        <p:txBody>
          <a:bodyPr wrap="square">
            <a:spAutoFit/>
          </a:bodyPr>
          <a:lstStyle/>
          <a:p>
            <a:r>
              <a:rPr lang="pt-BR" b="0" i="0" dirty="0">
                <a:solidFill>
                  <a:srgbClr val="292929"/>
                </a:solidFill>
                <a:effectLst/>
                <a:highlight>
                  <a:srgbClr val="00FF00"/>
                </a:highlight>
                <a:latin typeface="Inter"/>
              </a:rPr>
              <a:t>R-CNN, Fast R-CNN, Faster R-CNN, and YOLO</a:t>
            </a:r>
            <a:endParaRPr lang="en-CA" dirty="0">
              <a:highlight>
                <a:srgbClr val="00FF00"/>
              </a:highlight>
            </a:endParaRPr>
          </a:p>
        </p:txBody>
      </p:sp>
      <p:sp>
        <p:nvSpPr>
          <p:cNvPr id="6" name="TextBox 5">
            <a:extLst>
              <a:ext uri="{FF2B5EF4-FFF2-40B4-BE49-F238E27FC236}">
                <a16:creationId xmlns:a16="http://schemas.microsoft.com/office/drawing/2014/main" id="{4010FCD2-1D3F-2DC6-40FE-9B3FC9CD7503}"/>
              </a:ext>
            </a:extLst>
          </p:cNvPr>
          <p:cNvSpPr txBox="1"/>
          <p:nvPr/>
        </p:nvSpPr>
        <p:spPr>
          <a:xfrm>
            <a:off x="53008" y="83005"/>
            <a:ext cx="3074505" cy="369332"/>
          </a:xfrm>
          <a:prstGeom prst="rect">
            <a:avLst/>
          </a:prstGeom>
          <a:noFill/>
        </p:spPr>
        <p:txBody>
          <a:bodyPr wrap="square">
            <a:spAutoFit/>
          </a:bodyPr>
          <a:lstStyle/>
          <a:p>
            <a:r>
              <a:rPr lang="pt-BR" b="1" i="0" dirty="0">
                <a:solidFill>
                  <a:srgbClr val="292929"/>
                </a:solidFill>
                <a:effectLst/>
                <a:latin typeface="Inter"/>
              </a:rPr>
              <a:t>Object detection Methods</a:t>
            </a:r>
            <a:endParaRPr lang="en-CA" b="1" dirty="0"/>
          </a:p>
        </p:txBody>
      </p:sp>
      <p:sp>
        <p:nvSpPr>
          <p:cNvPr id="8" name="TextBox 7">
            <a:extLst>
              <a:ext uri="{FF2B5EF4-FFF2-40B4-BE49-F238E27FC236}">
                <a16:creationId xmlns:a16="http://schemas.microsoft.com/office/drawing/2014/main" id="{94975C39-9CB0-5007-5526-0BAAFAD3D628}"/>
              </a:ext>
            </a:extLst>
          </p:cNvPr>
          <p:cNvSpPr txBox="1"/>
          <p:nvPr/>
        </p:nvSpPr>
        <p:spPr>
          <a:xfrm>
            <a:off x="112643" y="590836"/>
            <a:ext cx="10051774" cy="1200329"/>
          </a:xfrm>
          <a:prstGeom prst="rect">
            <a:avLst/>
          </a:prstGeom>
          <a:noFill/>
        </p:spPr>
        <p:txBody>
          <a:bodyPr wrap="square">
            <a:spAutoFit/>
          </a:bodyPr>
          <a:lstStyle/>
          <a:p>
            <a:pPr algn="l">
              <a:buNone/>
            </a:pPr>
            <a:r>
              <a:rPr lang="en-US" b="1" i="0" dirty="0">
                <a:solidFill>
                  <a:srgbClr val="1D0642"/>
                </a:solidFill>
                <a:effectLst/>
                <a:latin typeface="Manrope"/>
              </a:rPr>
              <a:t>Classification of Object Detection Algorithms</a:t>
            </a:r>
          </a:p>
          <a:p>
            <a:pPr algn="l">
              <a:buNone/>
            </a:pPr>
            <a:r>
              <a:rPr lang="en-US" b="0" i="0" dirty="0">
                <a:solidFill>
                  <a:srgbClr val="292929"/>
                </a:solidFill>
                <a:effectLst/>
                <a:latin typeface="Inter"/>
              </a:rPr>
              <a:t>Object detection algorithms can be broadly classified into two categories: </a:t>
            </a:r>
            <a:r>
              <a:rPr lang="en-US" b="1" i="0" dirty="0">
                <a:solidFill>
                  <a:srgbClr val="292929"/>
                </a:solidFill>
                <a:effectLst/>
                <a:highlight>
                  <a:srgbClr val="FFFF00"/>
                </a:highlight>
                <a:latin typeface="Inter"/>
              </a:rPr>
              <a:t>single-shot detectors </a:t>
            </a:r>
            <a:r>
              <a:rPr lang="en-US" b="0" i="0" dirty="0">
                <a:solidFill>
                  <a:srgbClr val="292929"/>
                </a:solidFill>
                <a:effectLst/>
                <a:highlight>
                  <a:srgbClr val="FFFF00"/>
                </a:highlight>
                <a:latin typeface="Inter"/>
              </a:rPr>
              <a:t>and </a:t>
            </a:r>
            <a:r>
              <a:rPr lang="en-US" b="1" i="0" dirty="0">
                <a:solidFill>
                  <a:srgbClr val="292929"/>
                </a:solidFill>
                <a:effectLst/>
                <a:highlight>
                  <a:srgbClr val="FFFF00"/>
                </a:highlight>
                <a:latin typeface="Inter"/>
              </a:rPr>
              <a:t>two-shot(or multi-shot) detectors</a:t>
            </a:r>
            <a:r>
              <a:rPr lang="en-US" b="0" i="0" dirty="0">
                <a:solidFill>
                  <a:srgbClr val="292929"/>
                </a:solidFill>
                <a:effectLst/>
                <a:highlight>
                  <a:srgbClr val="FFFF00"/>
                </a:highlight>
                <a:latin typeface="Inter"/>
              </a:rPr>
              <a:t>.</a:t>
            </a:r>
            <a:r>
              <a:rPr lang="en-US" b="0" i="0" dirty="0">
                <a:solidFill>
                  <a:srgbClr val="292929"/>
                </a:solidFill>
                <a:effectLst/>
                <a:latin typeface="Inter"/>
              </a:rPr>
              <a:t> These two types of algorithms have different approaches to the task of object detection.</a:t>
            </a:r>
          </a:p>
        </p:txBody>
      </p:sp>
      <p:sp>
        <p:nvSpPr>
          <p:cNvPr id="10" name="TextBox 9">
            <a:extLst>
              <a:ext uri="{FF2B5EF4-FFF2-40B4-BE49-F238E27FC236}">
                <a16:creationId xmlns:a16="http://schemas.microsoft.com/office/drawing/2014/main" id="{9E7B92AA-294E-3A3D-C4D6-807991767BC9}"/>
              </a:ext>
            </a:extLst>
          </p:cNvPr>
          <p:cNvSpPr txBox="1"/>
          <p:nvPr/>
        </p:nvSpPr>
        <p:spPr>
          <a:xfrm>
            <a:off x="298173" y="1996542"/>
            <a:ext cx="10774017" cy="1477328"/>
          </a:xfrm>
          <a:prstGeom prst="rect">
            <a:avLst/>
          </a:prstGeom>
          <a:noFill/>
        </p:spPr>
        <p:txBody>
          <a:bodyPr wrap="square">
            <a:spAutoFit/>
          </a:bodyPr>
          <a:lstStyle/>
          <a:p>
            <a:pPr algn="l">
              <a:buNone/>
            </a:pPr>
            <a:r>
              <a:rPr lang="en-US" b="1" i="0" dirty="0">
                <a:solidFill>
                  <a:srgbClr val="1D0642"/>
                </a:solidFill>
                <a:effectLst/>
                <a:latin typeface="Manrope"/>
              </a:rPr>
              <a:t>Single-Shot Object Detection</a:t>
            </a:r>
          </a:p>
          <a:p>
            <a:pPr algn="l">
              <a:buNone/>
            </a:pPr>
            <a:r>
              <a:rPr lang="en-US" b="1" i="0" dirty="0">
                <a:solidFill>
                  <a:srgbClr val="3F2193"/>
                </a:solidFill>
                <a:effectLst/>
                <a:latin typeface="Inter"/>
                <a:hlinkClick r:id="rId2"/>
              </a:rPr>
              <a:t>Single-shot detectors</a:t>
            </a:r>
            <a:r>
              <a:rPr lang="en-US" b="0" i="0" dirty="0">
                <a:solidFill>
                  <a:srgbClr val="292929"/>
                </a:solidFill>
                <a:effectLst/>
                <a:latin typeface="Inter"/>
              </a:rPr>
              <a:t> (SSDs) </a:t>
            </a:r>
            <a:r>
              <a:rPr lang="en-US" b="0" i="0" dirty="0">
                <a:solidFill>
                  <a:srgbClr val="292929"/>
                </a:solidFill>
                <a:effectLst/>
                <a:highlight>
                  <a:srgbClr val="FFFF00"/>
                </a:highlight>
                <a:latin typeface="Inter"/>
              </a:rPr>
              <a:t>are a type of object detection algorithm that predict the bounding box and the class of the object in one single shot. This means that in a single forward pass of the network, the presence of an object and the bounding box are predicted simultaneously. </a:t>
            </a:r>
            <a:r>
              <a:rPr lang="en-US" b="0" i="0" dirty="0">
                <a:solidFill>
                  <a:srgbClr val="292929"/>
                </a:solidFill>
                <a:effectLst/>
                <a:latin typeface="Inter"/>
              </a:rPr>
              <a:t>This makes SSDs very fast and efficient, suitable for tasks that require real-time detection.</a:t>
            </a:r>
          </a:p>
        </p:txBody>
      </p:sp>
      <p:sp>
        <p:nvSpPr>
          <p:cNvPr id="12" name="TextBox 11">
            <a:extLst>
              <a:ext uri="{FF2B5EF4-FFF2-40B4-BE49-F238E27FC236}">
                <a16:creationId xmlns:a16="http://schemas.microsoft.com/office/drawing/2014/main" id="{C4CAB803-9F61-7C88-C56F-62E025C54795}"/>
              </a:ext>
            </a:extLst>
          </p:cNvPr>
          <p:cNvSpPr txBox="1"/>
          <p:nvPr/>
        </p:nvSpPr>
        <p:spPr>
          <a:xfrm>
            <a:off x="238539" y="3473870"/>
            <a:ext cx="11655288" cy="1477328"/>
          </a:xfrm>
          <a:prstGeom prst="rect">
            <a:avLst/>
          </a:prstGeom>
          <a:noFill/>
        </p:spPr>
        <p:txBody>
          <a:bodyPr wrap="square">
            <a:spAutoFit/>
          </a:bodyPr>
          <a:lstStyle/>
          <a:p>
            <a:pPr algn="l">
              <a:buNone/>
            </a:pPr>
            <a:r>
              <a:rPr lang="en-US" b="1" i="1" u="sng" dirty="0">
                <a:solidFill>
                  <a:srgbClr val="3F2193"/>
                </a:solidFill>
                <a:effectLst/>
                <a:latin typeface="Inter"/>
                <a:hlinkClick r:id="rId3"/>
              </a:rPr>
              <a:t>Structure of SSD</a:t>
            </a:r>
            <a:endParaRPr lang="en-US" b="0" i="0" dirty="0">
              <a:solidFill>
                <a:srgbClr val="292929"/>
              </a:solidFill>
              <a:effectLst/>
              <a:latin typeface="Inter"/>
            </a:endParaRPr>
          </a:p>
          <a:p>
            <a:pPr algn="l">
              <a:buNone/>
            </a:pPr>
            <a:r>
              <a:rPr lang="en-US" b="0" i="0" dirty="0">
                <a:solidFill>
                  <a:srgbClr val="292929"/>
                </a:solidFill>
                <a:effectLst/>
                <a:highlight>
                  <a:srgbClr val="FFFF00"/>
                </a:highlight>
                <a:latin typeface="Inter"/>
              </a:rPr>
              <a:t>Examples of single-shot object detection algorithms include YOLO (You Only Look Once) and SSD (Single Shot </a:t>
            </a:r>
            <a:r>
              <a:rPr lang="en-US" b="0" i="0" dirty="0" err="1">
                <a:solidFill>
                  <a:srgbClr val="292929"/>
                </a:solidFill>
                <a:effectLst/>
                <a:highlight>
                  <a:srgbClr val="FFFF00"/>
                </a:highlight>
                <a:latin typeface="Inter"/>
              </a:rPr>
              <a:t>MultiBox</a:t>
            </a:r>
            <a:r>
              <a:rPr lang="en-US" b="0" i="0" dirty="0">
                <a:solidFill>
                  <a:srgbClr val="292929"/>
                </a:solidFill>
                <a:effectLst/>
                <a:highlight>
                  <a:srgbClr val="FFFF00"/>
                </a:highlight>
                <a:latin typeface="Inter"/>
              </a:rPr>
              <a:t> Detector). YOLO divides the input image into a grid and for each grid cell, predicts a certain number of bounding boxes and class probabilities. SSD, on the other hand, predicts bounding boxes and class probabilities at multiple scales in different feature maps.</a:t>
            </a:r>
          </a:p>
        </p:txBody>
      </p:sp>
    </p:spTree>
    <p:extLst>
      <p:ext uri="{BB962C8B-B14F-4D97-AF65-F5344CB8AC3E}">
        <p14:creationId xmlns:p14="http://schemas.microsoft.com/office/powerpoint/2010/main" val="1506184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35601-D123-DCCB-0B10-4947D0FCD8FC}"/>
            </a:ext>
          </a:extLst>
        </p:cNvPr>
        <p:cNvGrpSpPr/>
        <p:nvPr/>
      </p:nvGrpSpPr>
      <p:grpSpPr>
        <a:xfrm>
          <a:off x="0" y="0"/>
          <a:ext cx="0" cy="0"/>
          <a:chOff x="0" y="0"/>
          <a:chExt cx="0" cy="0"/>
        </a:xfrm>
      </p:grpSpPr>
      <p:pic>
        <p:nvPicPr>
          <p:cNvPr id="10242" name="Picture 2" descr="Object detection in real time based on improved single shot multi-box  detector algorithm | EURASIP Journal on Wireless Communications and  Networking | Full Text">
            <a:extLst>
              <a:ext uri="{FF2B5EF4-FFF2-40B4-BE49-F238E27FC236}">
                <a16:creationId xmlns:a16="http://schemas.microsoft.com/office/drawing/2014/main" id="{712BBD1C-6F70-3F12-F023-B96BAECD8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76388"/>
            <a:ext cx="11430000"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6408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3E24A-18F2-DE3B-C8FD-5B683C5898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7B8436-B570-8E5C-FEB0-B09BD7154381}"/>
              </a:ext>
            </a:extLst>
          </p:cNvPr>
          <p:cNvSpPr txBox="1"/>
          <p:nvPr/>
        </p:nvSpPr>
        <p:spPr>
          <a:xfrm>
            <a:off x="490331" y="184236"/>
            <a:ext cx="10727634" cy="2308324"/>
          </a:xfrm>
          <a:prstGeom prst="rect">
            <a:avLst/>
          </a:prstGeom>
          <a:noFill/>
        </p:spPr>
        <p:txBody>
          <a:bodyPr wrap="square">
            <a:spAutoFit/>
          </a:bodyPr>
          <a:lstStyle/>
          <a:p>
            <a:pPr algn="l">
              <a:buNone/>
            </a:pPr>
            <a:r>
              <a:rPr lang="en-US" b="1" i="0" dirty="0">
                <a:solidFill>
                  <a:srgbClr val="1D0642"/>
                </a:solidFill>
                <a:effectLst/>
                <a:latin typeface="Manrope"/>
              </a:rPr>
              <a:t>Two-Shot Object Detection</a:t>
            </a:r>
          </a:p>
          <a:p>
            <a:pPr algn="l">
              <a:buNone/>
            </a:pPr>
            <a:r>
              <a:rPr lang="en-US" b="0" i="0" dirty="0">
                <a:solidFill>
                  <a:srgbClr val="292929"/>
                </a:solidFill>
                <a:effectLst/>
                <a:highlight>
                  <a:srgbClr val="FFFF00"/>
                </a:highlight>
                <a:latin typeface="Inter"/>
              </a:rPr>
              <a:t>Two-shot or multi-shot object detection algorithms, on the other hand, use a two-step process for detecting objects. The first step involves proposing a series of bounding boxes that could potentially contain an object. This is often done using a method called region proposal. The second step involves running these proposed regions through a convolutional neural network to classify the object classes within the box.</a:t>
            </a:r>
            <a:br>
              <a:rPr lang="en-US" b="0" i="0" dirty="0">
                <a:solidFill>
                  <a:srgbClr val="292929"/>
                </a:solidFill>
                <a:effectLst/>
                <a:highlight>
                  <a:srgbClr val="FFFF00"/>
                </a:highlight>
                <a:latin typeface="Inter"/>
              </a:rPr>
            </a:br>
            <a:r>
              <a:rPr lang="en-US" b="0" i="0" dirty="0">
                <a:solidFill>
                  <a:srgbClr val="292929"/>
                </a:solidFill>
                <a:effectLst/>
                <a:latin typeface="Inter"/>
              </a:rPr>
              <a:t>Examples of two-shot object detection algorithms include </a:t>
            </a:r>
            <a:r>
              <a:rPr lang="en-US" b="0" i="0" dirty="0">
                <a:solidFill>
                  <a:srgbClr val="292929"/>
                </a:solidFill>
                <a:effectLst/>
                <a:highlight>
                  <a:srgbClr val="FFFF00"/>
                </a:highlight>
                <a:latin typeface="Inter"/>
              </a:rPr>
              <a:t>R-CNN (Regions with CNN features), Fast R-CNN, and Faster R-CNN. </a:t>
            </a:r>
            <a:r>
              <a:rPr lang="en-US" b="0" i="0" dirty="0">
                <a:solidFill>
                  <a:srgbClr val="292929"/>
                </a:solidFill>
                <a:effectLst/>
                <a:latin typeface="Inter"/>
              </a:rPr>
              <a:t>These algorithms use region proposal networks (RPNs) to propose potential bounding boxes and then use CNNs to classify the proposed regions.</a:t>
            </a:r>
          </a:p>
        </p:txBody>
      </p:sp>
    </p:spTree>
    <p:extLst>
      <p:ext uri="{BB962C8B-B14F-4D97-AF65-F5344CB8AC3E}">
        <p14:creationId xmlns:p14="http://schemas.microsoft.com/office/powerpoint/2010/main" val="3071260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0CB8A-FCD0-6547-9B13-D7C6026E880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82932A-1468-83DF-4C91-882A29A051F6}"/>
              </a:ext>
            </a:extLst>
          </p:cNvPr>
          <p:cNvSpPr txBox="1"/>
          <p:nvPr/>
        </p:nvSpPr>
        <p:spPr>
          <a:xfrm>
            <a:off x="284921" y="347153"/>
            <a:ext cx="11145078" cy="2308324"/>
          </a:xfrm>
          <a:prstGeom prst="rect">
            <a:avLst/>
          </a:prstGeom>
          <a:noFill/>
        </p:spPr>
        <p:txBody>
          <a:bodyPr wrap="square">
            <a:spAutoFit/>
          </a:bodyPr>
          <a:lstStyle/>
          <a:p>
            <a:pPr algn="l">
              <a:buNone/>
            </a:pPr>
            <a:r>
              <a:rPr lang="en-US" b="1" i="0" dirty="0">
                <a:solidFill>
                  <a:srgbClr val="1D0642"/>
                </a:solidFill>
                <a:effectLst/>
                <a:latin typeface="Manrope"/>
              </a:rPr>
              <a:t>Object Detection: Neural Methods</a:t>
            </a:r>
          </a:p>
          <a:p>
            <a:pPr algn="l">
              <a:buNone/>
            </a:pPr>
            <a:endParaRPr lang="en-US" b="1" i="0" dirty="0">
              <a:solidFill>
                <a:srgbClr val="1D0642"/>
              </a:solidFill>
              <a:effectLst/>
              <a:latin typeface="Manrope"/>
            </a:endParaRPr>
          </a:p>
          <a:p>
            <a:pPr algn="l">
              <a:buNone/>
            </a:pPr>
            <a:r>
              <a:rPr lang="en-US" b="1" i="0" dirty="0">
                <a:solidFill>
                  <a:srgbClr val="191919"/>
                </a:solidFill>
                <a:effectLst/>
                <a:latin typeface="Manrope"/>
              </a:rPr>
              <a:t>Region-Based Convolutional Neural Networks (R-CNN)</a:t>
            </a:r>
          </a:p>
          <a:p>
            <a:pPr algn="l">
              <a:buNone/>
            </a:pPr>
            <a:r>
              <a:rPr lang="en-US" b="0" i="0" dirty="0">
                <a:solidFill>
                  <a:srgbClr val="292929"/>
                </a:solidFill>
                <a:effectLst/>
                <a:latin typeface="Inter"/>
              </a:rPr>
              <a:t>Region-Based CNN </a:t>
            </a:r>
            <a:r>
              <a:rPr lang="en-US" b="0" i="0" dirty="0">
                <a:solidFill>
                  <a:srgbClr val="292929"/>
                </a:solidFill>
                <a:effectLst/>
                <a:highlight>
                  <a:srgbClr val="FFFF00"/>
                </a:highlight>
                <a:latin typeface="Inter"/>
              </a:rPr>
              <a:t>uses convolutional neural networks to classify image regions in order to detect objects. It involves training a CNN on a large </a:t>
            </a:r>
            <a:r>
              <a:rPr lang="en-US" b="1" i="0" dirty="0">
                <a:solidFill>
                  <a:srgbClr val="3F2193"/>
                </a:solidFill>
                <a:effectLst/>
                <a:highlight>
                  <a:srgbClr val="FFFF00"/>
                </a:highlight>
                <a:latin typeface="Inter"/>
                <a:hlinkClick r:id="rId2"/>
              </a:rPr>
              <a:t>labeled dataset</a:t>
            </a:r>
            <a:r>
              <a:rPr lang="en-US" b="0" i="0" dirty="0">
                <a:solidFill>
                  <a:srgbClr val="292929"/>
                </a:solidFill>
                <a:effectLst/>
                <a:highlight>
                  <a:srgbClr val="FFFF00"/>
                </a:highlight>
                <a:latin typeface="Inter"/>
              </a:rPr>
              <a:t> and then using the trained network to detect objects in new images</a:t>
            </a:r>
            <a:r>
              <a:rPr lang="en-US" b="0" i="0" dirty="0">
                <a:solidFill>
                  <a:srgbClr val="292929"/>
                </a:solidFill>
                <a:effectLst/>
                <a:latin typeface="Inter"/>
              </a:rPr>
              <a:t>. Region-Based CNN and its successors, Fast R-CNN and Faster R-CNN, are known for their accuracy but can be computationally intensive.</a:t>
            </a:r>
          </a:p>
          <a:p>
            <a:pPr algn="l">
              <a:buNone/>
            </a:pPr>
            <a:endParaRPr lang="en-US" b="0" i="0" dirty="0">
              <a:solidFill>
                <a:srgbClr val="292929"/>
              </a:solidFill>
              <a:effectLst/>
              <a:latin typeface="Inter"/>
            </a:endParaRPr>
          </a:p>
        </p:txBody>
      </p:sp>
      <p:pic>
        <p:nvPicPr>
          <p:cNvPr id="7170" name="Picture 2" descr="Object Detection for Dummies Part 3: R-CNN Family | Lil'Log">
            <a:extLst>
              <a:ext uri="{FF2B5EF4-FFF2-40B4-BE49-F238E27FC236}">
                <a16:creationId xmlns:a16="http://schemas.microsoft.com/office/drawing/2014/main" id="{362629FB-1880-9439-78C0-A56A8A428B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65" y="2499618"/>
            <a:ext cx="11264348" cy="2990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590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E8A38-4F72-719F-26F2-E1D2F1F2B5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56FE54-6182-BA82-FD7C-F45FDB8809F6}"/>
              </a:ext>
            </a:extLst>
          </p:cNvPr>
          <p:cNvSpPr txBox="1"/>
          <p:nvPr/>
        </p:nvSpPr>
        <p:spPr>
          <a:xfrm>
            <a:off x="278295" y="24018"/>
            <a:ext cx="11145078" cy="2585323"/>
          </a:xfrm>
          <a:prstGeom prst="rect">
            <a:avLst/>
          </a:prstGeom>
          <a:noFill/>
        </p:spPr>
        <p:txBody>
          <a:bodyPr wrap="square">
            <a:spAutoFit/>
          </a:bodyPr>
          <a:lstStyle/>
          <a:p>
            <a:pPr algn="l">
              <a:buNone/>
            </a:pPr>
            <a:r>
              <a:rPr lang="en-US" b="1" i="0" dirty="0">
                <a:solidFill>
                  <a:srgbClr val="1D0642"/>
                </a:solidFill>
                <a:effectLst/>
                <a:latin typeface="Manrope"/>
              </a:rPr>
              <a:t>Object Detection: Neural Methods</a:t>
            </a:r>
          </a:p>
          <a:p>
            <a:pPr algn="l">
              <a:buNone/>
            </a:pPr>
            <a:endParaRPr lang="en-US" b="1" i="0" dirty="0">
              <a:solidFill>
                <a:srgbClr val="1D0642"/>
              </a:solidFill>
              <a:effectLst/>
              <a:latin typeface="Manrope"/>
            </a:endParaRPr>
          </a:p>
          <a:p>
            <a:pPr algn="l">
              <a:buNone/>
            </a:pPr>
            <a:r>
              <a:rPr lang="en-US" b="1" i="0" dirty="0">
                <a:solidFill>
                  <a:srgbClr val="191919"/>
                </a:solidFill>
                <a:effectLst/>
                <a:latin typeface="Manrope"/>
              </a:rPr>
              <a:t>Faster R-CNN</a:t>
            </a:r>
          </a:p>
          <a:p>
            <a:pPr algn="l">
              <a:buNone/>
            </a:pPr>
            <a:r>
              <a:rPr lang="en-US" b="0" i="0" dirty="0">
                <a:solidFill>
                  <a:srgbClr val="292929"/>
                </a:solidFill>
                <a:effectLst/>
                <a:highlight>
                  <a:srgbClr val="FFFF00"/>
                </a:highlight>
                <a:latin typeface="Inter"/>
              </a:rPr>
              <a:t>Faster R-CNN is an advanced version of R-CNN that introduces a Region Proposal Network (RPN) for generating region proposals. The RPN shares full-image convolutional features with the detection network, thus enabling nearly cost-free region proposals. The RPN is a fully convolutional network that simultaneously predicts object bounds and </a:t>
            </a:r>
            <a:r>
              <a:rPr lang="en-US" b="0" i="0" dirty="0" err="1">
                <a:solidFill>
                  <a:srgbClr val="292929"/>
                </a:solidFill>
                <a:effectLst/>
                <a:highlight>
                  <a:srgbClr val="FFFF00"/>
                </a:highlight>
                <a:latin typeface="Inter"/>
              </a:rPr>
              <a:t>objectness</a:t>
            </a:r>
            <a:r>
              <a:rPr lang="en-US" b="0" i="0" dirty="0">
                <a:solidFill>
                  <a:srgbClr val="292929"/>
                </a:solidFill>
                <a:effectLst/>
                <a:highlight>
                  <a:srgbClr val="FFFF00"/>
                </a:highlight>
                <a:latin typeface="Inter"/>
              </a:rPr>
              <a:t> scores at each position. </a:t>
            </a:r>
            <a:r>
              <a:rPr lang="en-US" b="0" i="0" dirty="0">
                <a:solidFill>
                  <a:srgbClr val="292929"/>
                </a:solidFill>
                <a:effectLst/>
                <a:latin typeface="Inter"/>
              </a:rPr>
              <a:t>Faster R-CNN is faster than the original R-CNN and Fast R-CNN because it doesn’t need to run a separate region proposal method on the image, which can be slow.</a:t>
            </a:r>
            <a:br>
              <a:rPr lang="en-US" b="0" i="0" dirty="0">
                <a:solidFill>
                  <a:srgbClr val="292929"/>
                </a:solidFill>
                <a:effectLst/>
                <a:latin typeface="Inter"/>
              </a:rPr>
            </a:br>
            <a:endParaRPr lang="en-US" b="0" i="0" dirty="0">
              <a:solidFill>
                <a:srgbClr val="292929"/>
              </a:solidFill>
              <a:effectLst/>
              <a:latin typeface="Inter"/>
            </a:endParaRPr>
          </a:p>
        </p:txBody>
      </p:sp>
      <p:pic>
        <p:nvPicPr>
          <p:cNvPr id="8194" name="Picture 2" descr="Object Detection for Dummies Part 3: R-CNN Family | Lil'Log">
            <a:extLst>
              <a:ext uri="{FF2B5EF4-FFF2-40B4-BE49-F238E27FC236}">
                <a16:creationId xmlns:a16="http://schemas.microsoft.com/office/drawing/2014/main" id="{53E83A93-FCFE-98C0-25FB-6ECAC60207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7373" y="2609340"/>
            <a:ext cx="7871791" cy="375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2641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1E2F6-AD23-676A-C644-0AF4A2415A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485FF62-60F7-1E83-9E5F-12F9F92A8580}"/>
              </a:ext>
            </a:extLst>
          </p:cNvPr>
          <p:cNvSpPr txBox="1"/>
          <p:nvPr/>
        </p:nvSpPr>
        <p:spPr>
          <a:xfrm>
            <a:off x="284921" y="347153"/>
            <a:ext cx="11145078" cy="2308324"/>
          </a:xfrm>
          <a:prstGeom prst="rect">
            <a:avLst/>
          </a:prstGeom>
          <a:noFill/>
        </p:spPr>
        <p:txBody>
          <a:bodyPr wrap="square">
            <a:spAutoFit/>
          </a:bodyPr>
          <a:lstStyle/>
          <a:p>
            <a:pPr algn="l">
              <a:buNone/>
            </a:pPr>
            <a:r>
              <a:rPr lang="en-US" b="1" i="0" dirty="0">
                <a:solidFill>
                  <a:srgbClr val="1D0642"/>
                </a:solidFill>
                <a:effectLst/>
                <a:latin typeface="Manrope"/>
              </a:rPr>
              <a:t>Object Detection: Neural Methods</a:t>
            </a:r>
          </a:p>
          <a:p>
            <a:pPr algn="l">
              <a:buNone/>
            </a:pPr>
            <a:endParaRPr lang="en-US" b="1" i="0" dirty="0">
              <a:solidFill>
                <a:srgbClr val="1D0642"/>
              </a:solidFill>
              <a:effectLst/>
              <a:latin typeface="Manrope"/>
            </a:endParaRPr>
          </a:p>
          <a:p>
            <a:pPr algn="l">
              <a:buNone/>
            </a:pPr>
            <a:r>
              <a:rPr lang="en-US" b="1" i="0" dirty="0">
                <a:solidFill>
                  <a:srgbClr val="191919"/>
                </a:solidFill>
                <a:effectLst/>
                <a:latin typeface="Manrope"/>
              </a:rPr>
              <a:t>Mask R-CNN</a:t>
            </a:r>
          </a:p>
          <a:p>
            <a:pPr algn="l">
              <a:buNone/>
            </a:pPr>
            <a:r>
              <a:rPr lang="en-US" b="0" i="0" dirty="0">
                <a:solidFill>
                  <a:srgbClr val="292929"/>
                </a:solidFill>
                <a:effectLst/>
                <a:highlight>
                  <a:srgbClr val="FFFF00"/>
                </a:highlight>
                <a:latin typeface="Inter"/>
              </a:rPr>
              <a:t>Mask R-CNN extends Faster R-CNN by adding a branch for predicting an object mask in parallel with the existing branch for bounding box recognition. This allows Mask R-CNN to generate precise </a:t>
            </a:r>
            <a:r>
              <a:rPr lang="en-US" b="1" i="0" dirty="0">
                <a:solidFill>
                  <a:srgbClr val="3F2193"/>
                </a:solidFill>
                <a:effectLst/>
                <a:highlight>
                  <a:srgbClr val="FFFF00"/>
                </a:highlight>
                <a:latin typeface="Inter"/>
                <a:hlinkClick r:id="rId2"/>
              </a:rPr>
              <a:t>segmentation masks</a:t>
            </a:r>
            <a:r>
              <a:rPr lang="en-US" b="0" i="0" dirty="0">
                <a:solidFill>
                  <a:srgbClr val="292929"/>
                </a:solidFill>
                <a:effectLst/>
                <a:highlight>
                  <a:srgbClr val="FFFF00"/>
                </a:highlight>
                <a:latin typeface="Inter"/>
              </a:rPr>
              <a:t> for each detected object, in addition to the class label and bounding box. </a:t>
            </a:r>
            <a:r>
              <a:rPr lang="en-US" b="0" i="0" dirty="0">
                <a:solidFill>
                  <a:srgbClr val="292929"/>
                </a:solidFill>
                <a:effectLst/>
                <a:latin typeface="Inter"/>
              </a:rPr>
              <a:t>The mask branch is a small fully convolutional network applied to each </a:t>
            </a:r>
            <a:r>
              <a:rPr lang="en-US" b="0" i="0" dirty="0" err="1">
                <a:solidFill>
                  <a:srgbClr val="292929"/>
                </a:solidFill>
                <a:effectLst/>
                <a:latin typeface="Inter"/>
              </a:rPr>
              <a:t>RoI</a:t>
            </a:r>
            <a:r>
              <a:rPr lang="en-US" b="0" i="0" dirty="0">
                <a:solidFill>
                  <a:srgbClr val="292929"/>
                </a:solidFill>
                <a:effectLst/>
                <a:latin typeface="Inter"/>
              </a:rPr>
              <a:t>, predicting a binary mask for each </a:t>
            </a:r>
            <a:r>
              <a:rPr lang="en-US" b="0" i="0" dirty="0" err="1">
                <a:solidFill>
                  <a:srgbClr val="292929"/>
                </a:solidFill>
                <a:effectLst/>
                <a:latin typeface="Inter"/>
              </a:rPr>
              <a:t>RoI</a:t>
            </a:r>
            <a:r>
              <a:rPr lang="en-US" b="0" i="0" dirty="0">
                <a:solidFill>
                  <a:srgbClr val="292929"/>
                </a:solidFill>
                <a:effectLst/>
                <a:latin typeface="Inter"/>
              </a:rPr>
              <a:t>. Mask R-CNN is simple to train and adds only a small computational overhead, enabling a fast system and rapid experimentation.</a:t>
            </a:r>
          </a:p>
        </p:txBody>
      </p:sp>
      <p:pic>
        <p:nvPicPr>
          <p:cNvPr id="9218" name="Picture 2" descr="Framework of Mask R CNN with ResNet and FPN as backbone network | Download  Scientific Diagram">
            <a:extLst>
              <a:ext uri="{FF2B5EF4-FFF2-40B4-BE49-F238E27FC236}">
                <a16:creationId xmlns:a16="http://schemas.microsoft.com/office/drawing/2014/main" id="{AA51A139-5E0C-E2F1-92E1-DD02A413D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2016" y="2972336"/>
            <a:ext cx="6579291" cy="3591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375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828C-6CF9-0052-E292-D7FC219EE7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DEADBB0-1783-354B-9BA5-4C7FA5B646B7}"/>
              </a:ext>
            </a:extLst>
          </p:cNvPr>
          <p:cNvSpPr txBox="1"/>
          <p:nvPr/>
        </p:nvSpPr>
        <p:spPr>
          <a:xfrm>
            <a:off x="284921" y="347153"/>
            <a:ext cx="11145078" cy="5909310"/>
          </a:xfrm>
          <a:prstGeom prst="rect">
            <a:avLst/>
          </a:prstGeom>
          <a:noFill/>
        </p:spPr>
        <p:txBody>
          <a:bodyPr wrap="square">
            <a:spAutoFit/>
          </a:bodyPr>
          <a:lstStyle/>
          <a:p>
            <a:pPr algn="l">
              <a:buNone/>
            </a:pPr>
            <a:r>
              <a:rPr lang="en-US" b="1" i="0" dirty="0">
                <a:solidFill>
                  <a:srgbClr val="1D0642"/>
                </a:solidFill>
                <a:effectLst/>
                <a:latin typeface="Manrope"/>
              </a:rPr>
              <a:t>Object Detection: Neural Methods</a:t>
            </a:r>
          </a:p>
          <a:p>
            <a:pPr algn="l">
              <a:buNone/>
            </a:pPr>
            <a:endParaRPr lang="en-US" b="1" i="0" dirty="0">
              <a:solidFill>
                <a:srgbClr val="1D0642"/>
              </a:solidFill>
              <a:effectLst/>
              <a:latin typeface="Manrope"/>
            </a:endParaRPr>
          </a:p>
          <a:p>
            <a:r>
              <a:rPr lang="en-US" b="1" dirty="0"/>
              <a:t>Single Shot Detector (SSD)</a:t>
            </a:r>
          </a:p>
          <a:p>
            <a:r>
              <a:rPr lang="en-US" dirty="0"/>
              <a:t>SSD is a method for object detection that </a:t>
            </a:r>
            <a:r>
              <a:rPr lang="en-US" dirty="0">
                <a:highlight>
                  <a:srgbClr val="FFFF00"/>
                </a:highlight>
              </a:rPr>
              <a:t>eliminates the need for multiple network passes for multiple scales. It discretizes the output space of bounding boxes into a set of default boxes over different aspect ratios and scales per feature map location. </a:t>
            </a:r>
            <a:r>
              <a:rPr lang="en-US" dirty="0"/>
              <a:t>SSD is faster than methods like R-CNN because it eliminates bounding box proposals and pooling layers.</a:t>
            </a:r>
          </a:p>
          <a:p>
            <a:endParaRPr lang="en-US" dirty="0"/>
          </a:p>
          <a:p>
            <a:r>
              <a:rPr lang="en-US" b="1" dirty="0" err="1"/>
              <a:t>RetinaNet</a:t>
            </a:r>
            <a:endParaRPr lang="en-US" b="1" dirty="0"/>
          </a:p>
          <a:p>
            <a:r>
              <a:rPr lang="en-US" dirty="0" err="1"/>
              <a:t>RetinaNet</a:t>
            </a:r>
            <a:r>
              <a:rPr lang="en-US" dirty="0"/>
              <a:t> </a:t>
            </a:r>
            <a:r>
              <a:rPr lang="en-US" dirty="0">
                <a:highlight>
                  <a:srgbClr val="FFFF00"/>
                </a:highlight>
              </a:rPr>
              <a:t>uses a feature pyramid network on top of a backbone to detect objects at different scales and aspect ratios. It introduces a new loss, the Focal Loss, to deal with the foreground-background class imbalance problem. </a:t>
            </a:r>
            <a:r>
              <a:rPr lang="en-US" dirty="0" err="1"/>
              <a:t>RetinaNet</a:t>
            </a:r>
            <a:r>
              <a:rPr lang="en-US" dirty="0"/>
              <a:t> is designed to handle dense and small objects.</a:t>
            </a:r>
            <a:br>
              <a:rPr lang="en-US" dirty="0"/>
            </a:br>
            <a:endParaRPr lang="en-US" dirty="0"/>
          </a:p>
          <a:p>
            <a:r>
              <a:rPr lang="en-US" b="1" dirty="0" err="1"/>
              <a:t>EfficientDet</a:t>
            </a:r>
            <a:endParaRPr lang="en-US" b="1" dirty="0"/>
          </a:p>
          <a:p>
            <a:r>
              <a:rPr lang="en-US" dirty="0" err="1">
                <a:highlight>
                  <a:srgbClr val="FFFF00"/>
                </a:highlight>
              </a:rPr>
              <a:t>EfficientDet</a:t>
            </a:r>
            <a:r>
              <a:rPr lang="en-US" dirty="0">
                <a:highlight>
                  <a:srgbClr val="FFFF00"/>
                </a:highlight>
              </a:rPr>
              <a:t> is a method that scales all dimensions of the network width, depth, and resolution with a compound scaling method to achieve better performance. </a:t>
            </a:r>
            <a:r>
              <a:rPr lang="en-US" dirty="0"/>
              <a:t>It introduces a new architecture, called </a:t>
            </a:r>
            <a:r>
              <a:rPr lang="en-US" dirty="0" err="1"/>
              <a:t>BiFPN</a:t>
            </a:r>
            <a:r>
              <a:rPr lang="en-US" dirty="0"/>
              <a:t>, which allows easy and efficient multi-scale feature fusion, and a new scaling method that uniformly scales the resolution, depth, and width for all backbone, feature network, and box/class prediction networks at the same time. </a:t>
            </a:r>
            <a:r>
              <a:rPr lang="en-US" dirty="0" err="1"/>
              <a:t>EfficientDet</a:t>
            </a:r>
            <a:r>
              <a:rPr lang="en-US" dirty="0"/>
              <a:t> achieves state-of-the-art accuracy with fewer parameters and less computation compared to previous detectors.</a:t>
            </a:r>
          </a:p>
          <a:p>
            <a:pPr algn="l">
              <a:buNone/>
            </a:pPr>
            <a:endParaRPr lang="en-US" b="1" i="0" dirty="0">
              <a:solidFill>
                <a:srgbClr val="1D0642"/>
              </a:solidFill>
              <a:effectLst/>
              <a:latin typeface="Manrope"/>
            </a:endParaRPr>
          </a:p>
        </p:txBody>
      </p:sp>
    </p:spTree>
    <p:extLst>
      <p:ext uri="{BB962C8B-B14F-4D97-AF65-F5344CB8AC3E}">
        <p14:creationId xmlns:p14="http://schemas.microsoft.com/office/powerpoint/2010/main" val="3658925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C9C18-3866-BDF9-E40C-7ED53F643D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252E9F-B9DB-933C-5D0E-8923AF2194D6}"/>
              </a:ext>
            </a:extLst>
          </p:cNvPr>
          <p:cNvSpPr txBox="1"/>
          <p:nvPr/>
        </p:nvSpPr>
        <p:spPr>
          <a:xfrm>
            <a:off x="496956" y="292990"/>
            <a:ext cx="10939669" cy="1200329"/>
          </a:xfrm>
          <a:prstGeom prst="rect">
            <a:avLst/>
          </a:prstGeom>
          <a:noFill/>
        </p:spPr>
        <p:txBody>
          <a:bodyPr wrap="square">
            <a:spAutoFit/>
          </a:bodyPr>
          <a:lstStyle/>
          <a:p>
            <a:pPr algn="l">
              <a:buNone/>
            </a:pPr>
            <a:r>
              <a:rPr lang="en-US" b="1" i="0" dirty="0">
                <a:solidFill>
                  <a:srgbClr val="191919"/>
                </a:solidFill>
                <a:effectLst/>
                <a:latin typeface="Manrope"/>
              </a:rPr>
              <a:t>You Only Look Once (YOLO)</a:t>
            </a:r>
          </a:p>
          <a:p>
            <a:pPr algn="l">
              <a:buNone/>
            </a:pPr>
            <a:r>
              <a:rPr lang="en-US" b="0" i="0" dirty="0">
                <a:solidFill>
                  <a:srgbClr val="292929"/>
                </a:solidFill>
                <a:effectLst/>
                <a:latin typeface="Inter"/>
              </a:rPr>
              <a:t>YOLO, developed by Joseph Redmon et al., frames object detection as a regression problem to spatially separated bounding boxes and associated class probabilities. It looks at the whole image at test time so its predictions are informed by global context in the image. YOLO is known for its speed, making it suitable for real-time applications.</a:t>
            </a:r>
          </a:p>
        </p:txBody>
      </p:sp>
      <p:pic>
        <p:nvPicPr>
          <p:cNvPr id="2050" name="Picture 2">
            <a:extLst>
              <a:ext uri="{FF2B5EF4-FFF2-40B4-BE49-F238E27FC236}">
                <a16:creationId xmlns:a16="http://schemas.microsoft.com/office/drawing/2014/main" id="{9EC46414-6594-D8C3-A5FF-7A0D42A9EE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956" y="2249049"/>
            <a:ext cx="110109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529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7722F-DE1C-B5B6-3873-532B7CB253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33834A-B930-6DF2-07D4-ED7F872B2CE8}"/>
              </a:ext>
            </a:extLst>
          </p:cNvPr>
          <p:cNvSpPr txBox="1"/>
          <p:nvPr/>
        </p:nvSpPr>
        <p:spPr>
          <a:xfrm>
            <a:off x="490330" y="435522"/>
            <a:ext cx="9872870" cy="369332"/>
          </a:xfrm>
          <a:prstGeom prst="rect">
            <a:avLst/>
          </a:prstGeom>
          <a:noFill/>
        </p:spPr>
        <p:txBody>
          <a:bodyPr wrap="square">
            <a:spAutoFit/>
          </a:bodyPr>
          <a:lstStyle/>
          <a:p>
            <a:pPr algn="l">
              <a:buNone/>
            </a:pPr>
            <a:r>
              <a:rPr lang="en-US" b="1" i="0" dirty="0">
                <a:solidFill>
                  <a:srgbClr val="1D0642"/>
                </a:solidFill>
                <a:effectLst/>
                <a:latin typeface="Manrope"/>
              </a:rPr>
              <a:t>YOLO Object Detection Algorithm: How Does it Work? YOLO Architecture</a:t>
            </a:r>
          </a:p>
        </p:txBody>
      </p:sp>
      <p:sp>
        <p:nvSpPr>
          <p:cNvPr id="5" name="TextBox 4">
            <a:extLst>
              <a:ext uri="{FF2B5EF4-FFF2-40B4-BE49-F238E27FC236}">
                <a16:creationId xmlns:a16="http://schemas.microsoft.com/office/drawing/2014/main" id="{C58FBADB-16ED-1799-A52A-EF6A6E21D08E}"/>
              </a:ext>
            </a:extLst>
          </p:cNvPr>
          <p:cNvSpPr txBox="1"/>
          <p:nvPr/>
        </p:nvSpPr>
        <p:spPr>
          <a:xfrm>
            <a:off x="490330" y="804854"/>
            <a:ext cx="11476383" cy="923330"/>
          </a:xfrm>
          <a:prstGeom prst="rect">
            <a:avLst/>
          </a:prstGeom>
          <a:noFill/>
        </p:spPr>
        <p:txBody>
          <a:bodyPr wrap="square">
            <a:spAutoFit/>
          </a:bodyPr>
          <a:lstStyle/>
          <a:p>
            <a:r>
              <a:rPr lang="en-US" b="0" i="0" dirty="0">
                <a:solidFill>
                  <a:srgbClr val="292929"/>
                </a:solidFill>
                <a:effectLst/>
                <a:latin typeface="Inter"/>
              </a:rPr>
              <a:t>The YOLO algorithm employs a single Convolutional Neural Network (CNN) that divides the image into a grid. Each cell in the grid predicts a certain number of bounding boxes. Along with each bounding box, the cell also predicts a class probability, which indicates the likelihood of a specific object being present in the box.</a:t>
            </a:r>
            <a:endParaRPr lang="en-CA" dirty="0"/>
          </a:p>
        </p:txBody>
      </p:sp>
      <p:sp>
        <p:nvSpPr>
          <p:cNvPr id="7" name="TextBox 6">
            <a:extLst>
              <a:ext uri="{FF2B5EF4-FFF2-40B4-BE49-F238E27FC236}">
                <a16:creationId xmlns:a16="http://schemas.microsoft.com/office/drawing/2014/main" id="{3B0C7EAA-D1AE-4868-6449-31C8BF3D1CDA}"/>
              </a:ext>
            </a:extLst>
          </p:cNvPr>
          <p:cNvSpPr txBox="1"/>
          <p:nvPr/>
        </p:nvSpPr>
        <p:spPr>
          <a:xfrm>
            <a:off x="490330" y="2097516"/>
            <a:ext cx="11012557" cy="3416320"/>
          </a:xfrm>
          <a:prstGeom prst="rect">
            <a:avLst/>
          </a:prstGeom>
          <a:noFill/>
        </p:spPr>
        <p:txBody>
          <a:bodyPr wrap="square">
            <a:spAutoFit/>
          </a:bodyPr>
          <a:lstStyle/>
          <a:p>
            <a:pPr algn="l">
              <a:buNone/>
            </a:pPr>
            <a:r>
              <a:rPr lang="en-US" b="1" i="0" dirty="0">
                <a:solidFill>
                  <a:srgbClr val="1D0642"/>
                </a:solidFill>
                <a:effectLst/>
                <a:latin typeface="Manrope"/>
              </a:rPr>
              <a:t>Bounding Box Recognition Process</a:t>
            </a:r>
          </a:p>
          <a:p>
            <a:pPr algn="l">
              <a:buNone/>
            </a:pPr>
            <a:r>
              <a:rPr lang="en-US" b="0" i="0" dirty="0">
                <a:solidFill>
                  <a:srgbClr val="292929"/>
                </a:solidFill>
                <a:effectLst/>
                <a:highlight>
                  <a:srgbClr val="FFFF00"/>
                </a:highlight>
                <a:latin typeface="Inter"/>
              </a:rPr>
              <a:t>The bounding box recognition process in YOLO involves the following steps:</a:t>
            </a:r>
          </a:p>
          <a:p>
            <a:pPr algn="l">
              <a:buNone/>
            </a:pPr>
            <a:endParaRPr lang="en-US" b="0" i="0" dirty="0">
              <a:solidFill>
                <a:srgbClr val="292929"/>
              </a:solidFill>
              <a:effectLst/>
              <a:latin typeface="Inter"/>
            </a:endParaRPr>
          </a:p>
          <a:p>
            <a:pPr algn="l">
              <a:buFont typeface="Arial" panose="020B0604020202020204" pitchFamily="34" charset="0"/>
              <a:buChar char="•"/>
            </a:pPr>
            <a:r>
              <a:rPr lang="en-US" b="1" i="0" dirty="0">
                <a:solidFill>
                  <a:srgbClr val="292929"/>
                </a:solidFill>
                <a:effectLst/>
                <a:latin typeface="Inter"/>
              </a:rPr>
              <a:t>Grid Creation:</a:t>
            </a:r>
            <a:r>
              <a:rPr lang="en-US" b="0" i="0" dirty="0">
                <a:solidFill>
                  <a:srgbClr val="292929"/>
                </a:solidFill>
                <a:effectLst/>
                <a:latin typeface="Inter"/>
              </a:rPr>
              <a:t> </a:t>
            </a:r>
            <a:r>
              <a:rPr lang="en-US" b="0" i="0" dirty="0">
                <a:solidFill>
                  <a:srgbClr val="292929"/>
                </a:solidFill>
                <a:effectLst/>
                <a:highlight>
                  <a:srgbClr val="FFFF00"/>
                </a:highlight>
                <a:latin typeface="Inter"/>
              </a:rPr>
              <a:t>The image is divided into an </a:t>
            </a:r>
            <a:r>
              <a:rPr lang="en-US" b="0" i="0" dirty="0" err="1">
                <a:solidFill>
                  <a:srgbClr val="292929"/>
                </a:solidFill>
                <a:effectLst/>
                <a:highlight>
                  <a:srgbClr val="FFFF00"/>
                </a:highlight>
                <a:latin typeface="Inter"/>
              </a:rPr>
              <a:t>SxS</a:t>
            </a:r>
            <a:r>
              <a:rPr lang="en-US" b="0" i="0" dirty="0">
                <a:solidFill>
                  <a:srgbClr val="292929"/>
                </a:solidFill>
                <a:effectLst/>
                <a:highlight>
                  <a:srgbClr val="FFFF00"/>
                </a:highlight>
                <a:latin typeface="Inter"/>
              </a:rPr>
              <a:t> grid. Each grid cell is responsible for predicting an object if the object’s center falls within it.</a:t>
            </a:r>
          </a:p>
          <a:p>
            <a:pPr algn="l">
              <a:buFont typeface="Arial" panose="020B0604020202020204" pitchFamily="34" charset="0"/>
              <a:buChar char="•"/>
            </a:pPr>
            <a:endParaRPr lang="en-US" b="0" i="0" dirty="0">
              <a:solidFill>
                <a:srgbClr val="292929"/>
              </a:solidFill>
              <a:effectLst/>
              <a:latin typeface="Inter"/>
            </a:endParaRPr>
          </a:p>
          <a:p>
            <a:pPr algn="l">
              <a:buFont typeface="Arial" panose="020B0604020202020204" pitchFamily="34" charset="0"/>
              <a:buChar char="•"/>
            </a:pPr>
            <a:r>
              <a:rPr lang="en-US" b="1" i="0" dirty="0">
                <a:solidFill>
                  <a:srgbClr val="292929"/>
                </a:solidFill>
                <a:effectLst/>
                <a:latin typeface="Inter"/>
              </a:rPr>
              <a:t>Bounding Box Prediction:</a:t>
            </a:r>
            <a:r>
              <a:rPr lang="en-US" b="0" i="0" dirty="0">
                <a:solidFill>
                  <a:srgbClr val="292929"/>
                </a:solidFill>
                <a:effectLst/>
                <a:latin typeface="Inter"/>
              </a:rPr>
              <a:t> Each grid cell predicts B bounding boxes and confidence scores for those boxes. The confidence score reflects how certain the model is that a box contains an object and how accurate it thinks the box is.</a:t>
            </a:r>
          </a:p>
          <a:p>
            <a:pPr algn="l">
              <a:buFont typeface="Arial" panose="020B0604020202020204" pitchFamily="34" charset="0"/>
              <a:buChar char="•"/>
            </a:pPr>
            <a:endParaRPr lang="en-US" b="0" i="0" dirty="0">
              <a:solidFill>
                <a:srgbClr val="292929"/>
              </a:solidFill>
              <a:effectLst/>
              <a:latin typeface="Inter"/>
            </a:endParaRPr>
          </a:p>
          <a:p>
            <a:pPr algn="l">
              <a:buFont typeface="Arial" panose="020B0604020202020204" pitchFamily="34" charset="0"/>
              <a:buChar char="•"/>
            </a:pPr>
            <a:r>
              <a:rPr lang="en-US" b="1" i="0" dirty="0">
                <a:solidFill>
                  <a:srgbClr val="292929"/>
                </a:solidFill>
                <a:effectLst/>
                <a:latin typeface="Inter"/>
              </a:rPr>
              <a:t>Class Probability Prediction:</a:t>
            </a:r>
            <a:r>
              <a:rPr lang="en-US" b="0" i="0" dirty="0">
                <a:solidFill>
                  <a:srgbClr val="292929"/>
                </a:solidFill>
                <a:effectLst/>
                <a:latin typeface="Inter"/>
              </a:rPr>
              <a:t> Each grid cell also predicts C conditional class probabilities (one per class for the potential objects). These probabilities are conditioned on there being an object in the box.</a:t>
            </a:r>
          </a:p>
        </p:txBody>
      </p:sp>
    </p:spTree>
    <p:extLst>
      <p:ext uri="{BB962C8B-B14F-4D97-AF65-F5344CB8AC3E}">
        <p14:creationId xmlns:p14="http://schemas.microsoft.com/office/powerpoint/2010/main" val="2734868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79C7F-2006-BB16-5594-4B9BE0148A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A766EF-BDBF-9CE6-329E-2320EC49821C}"/>
              </a:ext>
            </a:extLst>
          </p:cNvPr>
          <p:cNvSpPr txBox="1"/>
          <p:nvPr/>
        </p:nvSpPr>
        <p:spPr>
          <a:xfrm>
            <a:off x="119270" y="275847"/>
            <a:ext cx="6096000" cy="369332"/>
          </a:xfrm>
          <a:prstGeom prst="rect">
            <a:avLst/>
          </a:prstGeom>
          <a:noFill/>
        </p:spPr>
        <p:txBody>
          <a:bodyPr wrap="square">
            <a:spAutoFit/>
          </a:bodyPr>
          <a:lstStyle/>
          <a:p>
            <a:pPr algn="l">
              <a:buNone/>
            </a:pPr>
            <a:r>
              <a:rPr lang="en-US" b="1" i="0" dirty="0">
                <a:solidFill>
                  <a:srgbClr val="1D0642"/>
                </a:solidFill>
                <a:effectLst/>
                <a:latin typeface="Manrope"/>
              </a:rPr>
              <a:t>Object Detection: Performance Evaluation Metrics</a:t>
            </a:r>
          </a:p>
        </p:txBody>
      </p:sp>
      <p:pic>
        <p:nvPicPr>
          <p:cNvPr id="13" name="Picture 12">
            <a:extLst>
              <a:ext uri="{FF2B5EF4-FFF2-40B4-BE49-F238E27FC236}">
                <a16:creationId xmlns:a16="http://schemas.microsoft.com/office/drawing/2014/main" id="{CAA1B004-F028-4522-730D-A1700764AA75}"/>
              </a:ext>
            </a:extLst>
          </p:cNvPr>
          <p:cNvPicPr>
            <a:picLocks noChangeAspect="1"/>
          </p:cNvPicPr>
          <p:nvPr/>
        </p:nvPicPr>
        <p:blipFill>
          <a:blip r:embed="rId2"/>
          <a:stretch>
            <a:fillRect/>
          </a:stretch>
        </p:blipFill>
        <p:spPr>
          <a:xfrm>
            <a:off x="2372138" y="2914087"/>
            <a:ext cx="6304513" cy="2923495"/>
          </a:xfrm>
          <a:prstGeom prst="rect">
            <a:avLst/>
          </a:prstGeom>
        </p:spPr>
      </p:pic>
      <p:sp>
        <p:nvSpPr>
          <p:cNvPr id="15" name="TextBox 14">
            <a:extLst>
              <a:ext uri="{FF2B5EF4-FFF2-40B4-BE49-F238E27FC236}">
                <a16:creationId xmlns:a16="http://schemas.microsoft.com/office/drawing/2014/main" id="{320AD474-3BA8-597B-674B-36A91EE3D28A}"/>
              </a:ext>
            </a:extLst>
          </p:cNvPr>
          <p:cNvSpPr txBox="1"/>
          <p:nvPr/>
        </p:nvSpPr>
        <p:spPr>
          <a:xfrm>
            <a:off x="178904" y="857504"/>
            <a:ext cx="10820399" cy="1754326"/>
          </a:xfrm>
          <a:prstGeom prst="rect">
            <a:avLst/>
          </a:prstGeom>
          <a:noFill/>
        </p:spPr>
        <p:txBody>
          <a:bodyPr wrap="square">
            <a:spAutoFit/>
          </a:bodyPr>
          <a:lstStyle/>
          <a:p>
            <a:pPr algn="l">
              <a:buNone/>
            </a:pPr>
            <a:r>
              <a:rPr lang="en-US" b="1" i="1" dirty="0" err="1">
                <a:solidFill>
                  <a:srgbClr val="3F2193"/>
                </a:solidFill>
                <a:effectLst/>
                <a:latin typeface="Inter"/>
                <a:hlinkClick r:id="rId3"/>
              </a:rPr>
              <a:t>IoU</a:t>
            </a:r>
            <a:r>
              <a:rPr lang="en-US" b="1" i="1" dirty="0">
                <a:solidFill>
                  <a:srgbClr val="3F2193"/>
                </a:solidFill>
                <a:effectLst/>
                <a:latin typeface="Inter"/>
                <a:hlinkClick r:id="rId3"/>
              </a:rPr>
              <a:t> (Intersection over Union) Calculation</a:t>
            </a:r>
            <a:endParaRPr lang="en-US" b="0" i="0" dirty="0">
              <a:solidFill>
                <a:srgbClr val="292929"/>
              </a:solidFill>
              <a:effectLst/>
              <a:latin typeface="Inter"/>
            </a:endParaRPr>
          </a:p>
          <a:p>
            <a:pPr algn="l">
              <a:buNone/>
            </a:pPr>
            <a:r>
              <a:rPr lang="en-US" b="0" i="0" dirty="0">
                <a:solidFill>
                  <a:srgbClr val="292929"/>
                </a:solidFill>
                <a:effectLst/>
                <a:latin typeface="Inter"/>
              </a:rPr>
              <a:t>Intersection over Union (</a:t>
            </a:r>
            <a:r>
              <a:rPr lang="en-US" b="0" i="0" dirty="0" err="1">
                <a:solidFill>
                  <a:srgbClr val="292929"/>
                </a:solidFill>
                <a:effectLst/>
                <a:latin typeface="Inter"/>
              </a:rPr>
              <a:t>IoU</a:t>
            </a:r>
            <a:r>
              <a:rPr lang="en-US" b="0" i="0" dirty="0">
                <a:solidFill>
                  <a:srgbClr val="292929"/>
                </a:solidFill>
                <a:effectLst/>
                <a:latin typeface="Inter"/>
              </a:rPr>
              <a:t>) is a common metric used to evaluate the performance of an object detection algorithm. </a:t>
            </a:r>
            <a:r>
              <a:rPr lang="en-US" b="0" i="0" dirty="0">
                <a:solidFill>
                  <a:srgbClr val="292929"/>
                </a:solidFill>
                <a:effectLst/>
                <a:highlight>
                  <a:srgbClr val="FFFF00"/>
                </a:highlight>
                <a:latin typeface="Inter"/>
              </a:rPr>
              <a:t>It measures the overlap between the predicted bounding box (P) and the ground truth bounding box (G). The </a:t>
            </a:r>
            <a:r>
              <a:rPr lang="en-US" b="0" i="0" dirty="0" err="1">
                <a:solidFill>
                  <a:srgbClr val="292929"/>
                </a:solidFill>
                <a:effectLst/>
                <a:highlight>
                  <a:srgbClr val="FFFF00"/>
                </a:highlight>
                <a:latin typeface="Inter"/>
              </a:rPr>
              <a:t>IoU</a:t>
            </a:r>
            <a:r>
              <a:rPr lang="en-US" b="0" i="0" dirty="0">
                <a:solidFill>
                  <a:srgbClr val="292929"/>
                </a:solidFill>
                <a:effectLst/>
                <a:highlight>
                  <a:srgbClr val="FFFF00"/>
                </a:highlight>
                <a:latin typeface="Inter"/>
              </a:rPr>
              <a:t> is calculated as the area of intersection divided by the area of union of P and G.</a:t>
            </a:r>
          </a:p>
          <a:p>
            <a:pPr algn="l">
              <a:buNone/>
            </a:pPr>
            <a:r>
              <a:rPr lang="en-US" b="0" i="0" dirty="0">
                <a:solidFill>
                  <a:srgbClr val="292929"/>
                </a:solidFill>
                <a:effectLst/>
                <a:highlight>
                  <a:srgbClr val="FFFF00"/>
                </a:highlight>
                <a:latin typeface="Inter"/>
              </a:rPr>
              <a:t>The </a:t>
            </a:r>
            <a:r>
              <a:rPr lang="en-US" b="0" i="0" dirty="0" err="1">
                <a:solidFill>
                  <a:srgbClr val="292929"/>
                </a:solidFill>
                <a:effectLst/>
                <a:highlight>
                  <a:srgbClr val="FFFF00"/>
                </a:highlight>
                <a:latin typeface="Inter"/>
              </a:rPr>
              <a:t>IoU</a:t>
            </a:r>
            <a:r>
              <a:rPr lang="en-US" b="0" i="0" dirty="0">
                <a:solidFill>
                  <a:srgbClr val="292929"/>
                </a:solidFill>
                <a:effectLst/>
                <a:highlight>
                  <a:srgbClr val="FFFF00"/>
                </a:highlight>
                <a:latin typeface="Inter"/>
              </a:rPr>
              <a:t> score ranges from 0 to 1, where 0 indicates no overlap and 1 indicates a perfect match. A higher </a:t>
            </a:r>
            <a:r>
              <a:rPr lang="en-US" b="0" i="0" dirty="0" err="1">
                <a:solidFill>
                  <a:srgbClr val="292929"/>
                </a:solidFill>
                <a:effectLst/>
                <a:highlight>
                  <a:srgbClr val="FFFF00"/>
                </a:highlight>
                <a:latin typeface="Inter"/>
              </a:rPr>
              <a:t>IoU</a:t>
            </a:r>
            <a:r>
              <a:rPr lang="en-US" b="0" i="0" dirty="0">
                <a:solidFill>
                  <a:srgbClr val="292929"/>
                </a:solidFill>
                <a:effectLst/>
                <a:highlight>
                  <a:srgbClr val="FFFF00"/>
                </a:highlight>
                <a:latin typeface="Inter"/>
              </a:rPr>
              <a:t> score indicates a more accurate object detection.</a:t>
            </a:r>
          </a:p>
        </p:txBody>
      </p:sp>
    </p:spTree>
    <p:extLst>
      <p:ext uri="{BB962C8B-B14F-4D97-AF65-F5344CB8AC3E}">
        <p14:creationId xmlns:p14="http://schemas.microsoft.com/office/powerpoint/2010/main" val="3903708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C47EF-F63A-8D88-53AD-2D556AD387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0629C7-FD24-7DC1-E468-1872419F7E11}"/>
              </a:ext>
            </a:extLst>
          </p:cNvPr>
          <p:cNvSpPr txBox="1"/>
          <p:nvPr/>
        </p:nvSpPr>
        <p:spPr>
          <a:xfrm>
            <a:off x="503582" y="510069"/>
            <a:ext cx="10787269" cy="3416320"/>
          </a:xfrm>
          <a:prstGeom prst="rect">
            <a:avLst/>
          </a:prstGeom>
          <a:noFill/>
        </p:spPr>
        <p:txBody>
          <a:bodyPr wrap="square">
            <a:spAutoFit/>
          </a:bodyPr>
          <a:lstStyle/>
          <a:p>
            <a:pPr algn="l">
              <a:buNone/>
            </a:pPr>
            <a:r>
              <a:rPr lang="en-US" b="1" i="0" dirty="0">
                <a:solidFill>
                  <a:srgbClr val="1D0642"/>
                </a:solidFill>
                <a:effectLst/>
                <a:latin typeface="Manrope"/>
              </a:rPr>
              <a:t>Average Precision (AP)</a:t>
            </a:r>
          </a:p>
          <a:p>
            <a:pPr algn="l">
              <a:buNone/>
            </a:pPr>
            <a:r>
              <a:rPr lang="en-US" b="0" i="0" dirty="0">
                <a:solidFill>
                  <a:srgbClr val="292929"/>
                </a:solidFill>
                <a:effectLst/>
                <a:latin typeface="Inter"/>
              </a:rPr>
              <a:t>Average Precision (AP) is another important metric used in object detection. </a:t>
            </a:r>
            <a:r>
              <a:rPr lang="en-US" b="0" i="0" dirty="0">
                <a:solidFill>
                  <a:srgbClr val="292929"/>
                </a:solidFill>
                <a:effectLst/>
                <a:highlight>
                  <a:srgbClr val="FFFF00"/>
                </a:highlight>
                <a:latin typeface="Inter"/>
              </a:rPr>
              <a:t>It summarizes the precision-recall curve that is created by varying the detection threshold.</a:t>
            </a:r>
          </a:p>
          <a:p>
            <a:pPr algn="l">
              <a:buNone/>
            </a:pPr>
            <a:r>
              <a:rPr lang="en-US" b="0" i="0" dirty="0">
                <a:solidFill>
                  <a:srgbClr val="292929"/>
                </a:solidFill>
                <a:effectLst/>
                <a:highlight>
                  <a:srgbClr val="FFFF00"/>
                </a:highlight>
                <a:latin typeface="Inter"/>
              </a:rPr>
              <a:t>Precision is the proportion of true positive detections among all positive detections, </a:t>
            </a:r>
          </a:p>
          <a:p>
            <a:pPr algn="l">
              <a:buNone/>
            </a:pPr>
            <a:r>
              <a:rPr lang="en-US" b="0" i="0" dirty="0">
                <a:solidFill>
                  <a:srgbClr val="292929"/>
                </a:solidFill>
                <a:effectLst/>
                <a:highlight>
                  <a:srgbClr val="FFFF00"/>
                </a:highlight>
                <a:latin typeface="Inter"/>
              </a:rPr>
              <a:t>while recall is the proportion of true positive detections among all actual positives in the image.</a:t>
            </a:r>
          </a:p>
          <a:p>
            <a:pPr algn="l">
              <a:buNone/>
            </a:pPr>
            <a:endParaRPr lang="en-US" b="0" i="0" dirty="0">
              <a:solidFill>
                <a:srgbClr val="292929"/>
              </a:solidFill>
              <a:effectLst/>
              <a:latin typeface="Inter"/>
            </a:endParaRPr>
          </a:p>
          <a:p>
            <a:pPr algn="l">
              <a:buNone/>
            </a:pPr>
            <a:r>
              <a:rPr lang="en-US" b="0" i="0" dirty="0">
                <a:solidFill>
                  <a:srgbClr val="292929"/>
                </a:solidFill>
                <a:effectLst/>
                <a:latin typeface="Inter"/>
              </a:rPr>
              <a:t>The AP computes the average precision values for recall levels over 0 to 1. </a:t>
            </a:r>
            <a:r>
              <a:rPr lang="en-US" b="0" i="0" dirty="0">
                <a:solidFill>
                  <a:srgbClr val="292929"/>
                </a:solidFill>
                <a:effectLst/>
                <a:highlight>
                  <a:srgbClr val="FFFF00"/>
                </a:highlight>
                <a:latin typeface="Inter"/>
              </a:rPr>
              <a:t>The AP score ranges from 0 to 1, where a higher value indicates better performance. </a:t>
            </a:r>
          </a:p>
          <a:p>
            <a:pPr algn="l">
              <a:buNone/>
            </a:pPr>
            <a:endParaRPr lang="en-US" dirty="0">
              <a:solidFill>
                <a:srgbClr val="292929"/>
              </a:solidFill>
              <a:latin typeface="Inter"/>
            </a:endParaRPr>
          </a:p>
          <a:p>
            <a:pPr algn="l">
              <a:buNone/>
            </a:pPr>
            <a:r>
              <a:rPr lang="en-US" b="0" i="0" dirty="0">
                <a:solidFill>
                  <a:srgbClr val="292929"/>
                </a:solidFill>
                <a:effectLst/>
                <a:latin typeface="Inter"/>
              </a:rPr>
              <a:t>The </a:t>
            </a:r>
            <a:r>
              <a:rPr lang="en-US" b="1" i="0" dirty="0">
                <a:solidFill>
                  <a:srgbClr val="3F2193"/>
                </a:solidFill>
                <a:effectLst/>
                <a:latin typeface="Inter"/>
                <a:hlinkClick r:id="rId2"/>
              </a:rPr>
              <a:t>mean Average Precision</a:t>
            </a:r>
            <a:r>
              <a:rPr lang="en-US" b="0" i="0" dirty="0">
                <a:solidFill>
                  <a:srgbClr val="292929"/>
                </a:solidFill>
                <a:effectLst/>
                <a:latin typeface="Inter"/>
              </a:rPr>
              <a:t> (</a:t>
            </a:r>
            <a:r>
              <a:rPr lang="en-US" b="0" i="0" dirty="0" err="1">
                <a:solidFill>
                  <a:srgbClr val="292929"/>
                </a:solidFill>
                <a:effectLst/>
                <a:latin typeface="Inter"/>
              </a:rPr>
              <a:t>mAP</a:t>
            </a:r>
            <a:r>
              <a:rPr lang="en-US" b="0" i="0" dirty="0">
                <a:solidFill>
                  <a:srgbClr val="292929"/>
                </a:solidFill>
                <a:effectLst/>
                <a:latin typeface="Inter"/>
              </a:rPr>
              <a:t>) is often used in practice, </a:t>
            </a:r>
            <a:r>
              <a:rPr lang="en-US" b="0" i="0" dirty="0">
                <a:solidFill>
                  <a:srgbClr val="292929"/>
                </a:solidFill>
                <a:effectLst/>
                <a:highlight>
                  <a:srgbClr val="FFFF00"/>
                </a:highlight>
                <a:latin typeface="Inter"/>
              </a:rPr>
              <a:t>which calculates the AP for each class and then takes the average.</a:t>
            </a:r>
          </a:p>
          <a:p>
            <a:pPr algn="l">
              <a:buNone/>
            </a:pPr>
            <a:endParaRPr lang="en-US" b="0" i="0" dirty="0">
              <a:solidFill>
                <a:srgbClr val="292929"/>
              </a:solidFill>
              <a:effectLst/>
              <a:latin typeface="Inter"/>
            </a:endParaRPr>
          </a:p>
        </p:txBody>
      </p:sp>
    </p:spTree>
    <p:extLst>
      <p:ext uri="{BB962C8B-B14F-4D97-AF65-F5344CB8AC3E}">
        <p14:creationId xmlns:p14="http://schemas.microsoft.com/office/powerpoint/2010/main" val="2373058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071D-741C-5736-FA15-3C5BC5C48B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507E1B-E2D8-44E6-BAEC-404C2C3787E3}"/>
              </a:ext>
            </a:extLst>
          </p:cNvPr>
          <p:cNvSpPr txBox="1"/>
          <p:nvPr/>
        </p:nvSpPr>
        <p:spPr>
          <a:xfrm>
            <a:off x="715617" y="2944147"/>
            <a:ext cx="10595113" cy="2862322"/>
          </a:xfrm>
          <a:prstGeom prst="rect">
            <a:avLst/>
          </a:prstGeom>
          <a:noFill/>
        </p:spPr>
        <p:txBody>
          <a:bodyPr wrap="square">
            <a:spAutoFit/>
          </a:bodyPr>
          <a:lstStyle/>
          <a:p>
            <a:pPr algn="l">
              <a:buNone/>
            </a:pPr>
            <a:r>
              <a:rPr lang="en-US" b="1" i="0" dirty="0">
                <a:solidFill>
                  <a:srgbClr val="1D0642"/>
                </a:solidFill>
                <a:effectLst/>
                <a:latin typeface="Manrope"/>
              </a:rPr>
              <a:t>Vector Generalization</a:t>
            </a:r>
          </a:p>
          <a:p>
            <a:pPr algn="l">
              <a:buNone/>
            </a:pPr>
            <a:endParaRPr lang="en-US" b="1" i="0" dirty="0">
              <a:solidFill>
                <a:srgbClr val="1D0642"/>
              </a:solidFill>
              <a:effectLst/>
              <a:latin typeface="Manrope"/>
            </a:endParaRPr>
          </a:p>
          <a:p>
            <a:pPr algn="l">
              <a:buNone/>
            </a:pPr>
            <a:r>
              <a:rPr lang="en-US" b="0" i="0" dirty="0">
                <a:solidFill>
                  <a:srgbClr val="292929"/>
                </a:solidFill>
                <a:effectLst/>
                <a:latin typeface="Inter"/>
              </a:rPr>
              <a:t>Vector generalization is a technique used in the YOLO algorithm to handle the high dimensionality of the output. </a:t>
            </a:r>
            <a:r>
              <a:rPr lang="en-US" b="0" i="0" dirty="0">
                <a:solidFill>
                  <a:srgbClr val="292929"/>
                </a:solidFill>
                <a:effectLst/>
                <a:highlight>
                  <a:srgbClr val="FFFF00"/>
                </a:highlight>
                <a:latin typeface="Inter"/>
              </a:rPr>
              <a:t>The output of the YOLO algorithm is a tensor that contains the bounding box coordinates, </a:t>
            </a:r>
            <a:r>
              <a:rPr lang="en-US" b="0" i="0" dirty="0" err="1">
                <a:solidFill>
                  <a:srgbClr val="292929"/>
                </a:solidFill>
                <a:effectLst/>
                <a:highlight>
                  <a:srgbClr val="FFFF00"/>
                </a:highlight>
                <a:latin typeface="Inter"/>
              </a:rPr>
              <a:t>objectness</a:t>
            </a:r>
            <a:r>
              <a:rPr lang="en-US" b="0" i="0" dirty="0">
                <a:solidFill>
                  <a:srgbClr val="292929"/>
                </a:solidFill>
                <a:effectLst/>
                <a:highlight>
                  <a:srgbClr val="FFFF00"/>
                </a:highlight>
                <a:latin typeface="Inter"/>
              </a:rPr>
              <a:t> score, and class probabilities.</a:t>
            </a:r>
          </a:p>
          <a:p>
            <a:pPr algn="l">
              <a:buNone/>
            </a:pPr>
            <a:endParaRPr lang="en-US" dirty="0">
              <a:solidFill>
                <a:srgbClr val="292929"/>
              </a:solidFill>
              <a:latin typeface="Inter"/>
            </a:endParaRPr>
          </a:p>
          <a:p>
            <a:pPr algn="l">
              <a:buNone/>
            </a:pPr>
            <a:endParaRPr lang="en-US" b="0" i="0" dirty="0">
              <a:solidFill>
                <a:srgbClr val="292929"/>
              </a:solidFill>
              <a:effectLst/>
              <a:latin typeface="Inter"/>
            </a:endParaRPr>
          </a:p>
          <a:p>
            <a:pPr algn="l">
              <a:buNone/>
            </a:pPr>
            <a:r>
              <a:rPr lang="en-US" b="0" i="0" dirty="0">
                <a:solidFill>
                  <a:srgbClr val="292929"/>
                </a:solidFill>
                <a:effectLst/>
                <a:latin typeface="Inter"/>
              </a:rPr>
              <a:t>This high-dimensional tensor is flattened into a vector to make it easier to process. The vector is then passed through a </a:t>
            </a:r>
            <a:r>
              <a:rPr lang="en-US" b="0" i="0" dirty="0" err="1">
                <a:solidFill>
                  <a:srgbClr val="292929"/>
                </a:solidFill>
                <a:effectLst/>
                <a:latin typeface="Inter"/>
              </a:rPr>
              <a:t>softmax</a:t>
            </a:r>
            <a:r>
              <a:rPr lang="en-US" b="0" i="0" dirty="0">
                <a:solidFill>
                  <a:srgbClr val="292929"/>
                </a:solidFill>
                <a:effectLst/>
                <a:latin typeface="Inter"/>
              </a:rPr>
              <a:t> function to convert the class scores into probabilities. The final output is a vector that contains the bounding box coordinates, </a:t>
            </a:r>
            <a:r>
              <a:rPr lang="en-US" b="0" i="0" dirty="0" err="1">
                <a:solidFill>
                  <a:srgbClr val="292929"/>
                </a:solidFill>
                <a:effectLst/>
                <a:latin typeface="Inter"/>
              </a:rPr>
              <a:t>objectness</a:t>
            </a:r>
            <a:r>
              <a:rPr lang="en-US" b="0" i="0" dirty="0">
                <a:solidFill>
                  <a:srgbClr val="292929"/>
                </a:solidFill>
                <a:effectLst/>
                <a:latin typeface="Inter"/>
              </a:rPr>
              <a:t> score, and class probabilities for each grid cell.</a:t>
            </a:r>
          </a:p>
        </p:txBody>
      </p:sp>
      <p:sp>
        <p:nvSpPr>
          <p:cNvPr id="5" name="TextBox 4">
            <a:extLst>
              <a:ext uri="{FF2B5EF4-FFF2-40B4-BE49-F238E27FC236}">
                <a16:creationId xmlns:a16="http://schemas.microsoft.com/office/drawing/2014/main" id="{F0F0BED2-BBC6-FE1F-BA65-73630569D788}"/>
              </a:ext>
            </a:extLst>
          </p:cNvPr>
          <p:cNvSpPr txBox="1"/>
          <p:nvPr/>
        </p:nvSpPr>
        <p:spPr>
          <a:xfrm>
            <a:off x="636104" y="584537"/>
            <a:ext cx="9846365" cy="1477328"/>
          </a:xfrm>
          <a:prstGeom prst="rect">
            <a:avLst/>
          </a:prstGeom>
          <a:noFill/>
        </p:spPr>
        <p:txBody>
          <a:bodyPr wrap="square">
            <a:spAutoFit/>
          </a:bodyPr>
          <a:lstStyle/>
          <a:p>
            <a:pPr algn="l">
              <a:buNone/>
            </a:pPr>
            <a:r>
              <a:rPr lang="en-US" b="1" i="0" dirty="0">
                <a:solidFill>
                  <a:srgbClr val="1D0642"/>
                </a:solidFill>
                <a:effectLst/>
                <a:latin typeface="Manrope"/>
              </a:rPr>
              <a:t>Non-Max Suppression (NMS)</a:t>
            </a:r>
          </a:p>
          <a:p>
            <a:pPr algn="l">
              <a:buNone/>
            </a:pPr>
            <a:r>
              <a:rPr lang="en-US" b="0" i="0" dirty="0">
                <a:solidFill>
                  <a:srgbClr val="292929"/>
                </a:solidFill>
                <a:effectLst/>
                <a:highlight>
                  <a:srgbClr val="FFFF00"/>
                </a:highlight>
                <a:latin typeface="Inter"/>
              </a:rPr>
              <a:t>After the bounding boxes and class probabilities are predicted, post-processing steps are applied. One such step is Non-Max Suppression (NMS). NMS helps in reducing the number of overlapping bounding boxes. It works by eliminating bounding boxes that have a high overlap with the box that has the highest confidence score.</a:t>
            </a:r>
          </a:p>
        </p:txBody>
      </p:sp>
    </p:spTree>
    <p:extLst>
      <p:ext uri="{BB962C8B-B14F-4D97-AF65-F5344CB8AC3E}">
        <p14:creationId xmlns:p14="http://schemas.microsoft.com/office/powerpoint/2010/main" val="1667443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672F8-ADF3-1D5F-0468-EFCB448C67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6B051B-864B-4AA4-2BB7-414D1409686A}"/>
              </a:ext>
            </a:extLst>
          </p:cNvPr>
          <p:cNvSpPr txBox="1"/>
          <p:nvPr/>
        </p:nvSpPr>
        <p:spPr>
          <a:xfrm>
            <a:off x="470452" y="843677"/>
            <a:ext cx="10595113" cy="2862322"/>
          </a:xfrm>
          <a:prstGeom prst="rect">
            <a:avLst/>
          </a:prstGeom>
          <a:noFill/>
        </p:spPr>
        <p:txBody>
          <a:bodyPr wrap="square">
            <a:spAutoFit/>
          </a:bodyPr>
          <a:lstStyle/>
          <a:p>
            <a:pPr algn="l">
              <a:buNone/>
            </a:pPr>
            <a:r>
              <a:rPr lang="en-US" b="1" i="0" dirty="0">
                <a:solidFill>
                  <a:srgbClr val="1D0642"/>
                </a:solidFill>
                <a:effectLst/>
                <a:latin typeface="Manrope"/>
              </a:rPr>
              <a:t>Vector Generalization</a:t>
            </a:r>
          </a:p>
          <a:p>
            <a:pPr algn="l">
              <a:buNone/>
            </a:pPr>
            <a:endParaRPr lang="en-US" b="1" i="0" dirty="0">
              <a:solidFill>
                <a:srgbClr val="1D0642"/>
              </a:solidFill>
              <a:effectLst/>
              <a:latin typeface="Manrope"/>
            </a:endParaRPr>
          </a:p>
          <a:p>
            <a:pPr algn="l">
              <a:buNone/>
            </a:pPr>
            <a:r>
              <a:rPr lang="en-US" b="0" i="0" dirty="0">
                <a:solidFill>
                  <a:srgbClr val="292929"/>
                </a:solidFill>
                <a:effectLst/>
                <a:latin typeface="Inter"/>
              </a:rPr>
              <a:t>Vector generalization is a technique used in the YOLO algorithm to handle the high dimensionality of the output. </a:t>
            </a:r>
            <a:r>
              <a:rPr lang="en-US" b="0" i="0" dirty="0">
                <a:solidFill>
                  <a:srgbClr val="292929"/>
                </a:solidFill>
                <a:effectLst/>
                <a:highlight>
                  <a:srgbClr val="FFFF00"/>
                </a:highlight>
                <a:latin typeface="Inter"/>
              </a:rPr>
              <a:t>The output of the YOLO algorithm is a tensor that contains the bounding box coordinates, </a:t>
            </a:r>
            <a:r>
              <a:rPr lang="en-US" b="0" i="0" dirty="0" err="1">
                <a:solidFill>
                  <a:srgbClr val="292929"/>
                </a:solidFill>
                <a:effectLst/>
                <a:highlight>
                  <a:srgbClr val="FFFF00"/>
                </a:highlight>
                <a:latin typeface="Inter"/>
              </a:rPr>
              <a:t>objectness</a:t>
            </a:r>
            <a:r>
              <a:rPr lang="en-US" b="0" i="0" dirty="0">
                <a:solidFill>
                  <a:srgbClr val="292929"/>
                </a:solidFill>
                <a:effectLst/>
                <a:highlight>
                  <a:srgbClr val="FFFF00"/>
                </a:highlight>
                <a:latin typeface="Inter"/>
              </a:rPr>
              <a:t> score, and class probabilities.</a:t>
            </a:r>
          </a:p>
          <a:p>
            <a:pPr algn="l">
              <a:buNone/>
            </a:pPr>
            <a:endParaRPr lang="en-US" dirty="0">
              <a:solidFill>
                <a:srgbClr val="292929"/>
              </a:solidFill>
              <a:latin typeface="Inter"/>
            </a:endParaRPr>
          </a:p>
          <a:p>
            <a:pPr algn="l">
              <a:buNone/>
            </a:pPr>
            <a:endParaRPr lang="en-US" b="0" i="0" dirty="0">
              <a:solidFill>
                <a:srgbClr val="292929"/>
              </a:solidFill>
              <a:effectLst/>
              <a:latin typeface="Inter"/>
            </a:endParaRPr>
          </a:p>
          <a:p>
            <a:pPr algn="l">
              <a:buNone/>
            </a:pPr>
            <a:r>
              <a:rPr lang="en-US" b="0" i="0" dirty="0">
                <a:solidFill>
                  <a:srgbClr val="292929"/>
                </a:solidFill>
                <a:effectLst/>
                <a:latin typeface="Inter"/>
              </a:rPr>
              <a:t>This high-dimensional tensor is flattened into a vector to make it easier to process. The vector is then passed through a </a:t>
            </a:r>
            <a:r>
              <a:rPr lang="en-US" b="0" i="0" dirty="0" err="1">
                <a:solidFill>
                  <a:srgbClr val="292929"/>
                </a:solidFill>
                <a:effectLst/>
                <a:latin typeface="Inter"/>
              </a:rPr>
              <a:t>softmax</a:t>
            </a:r>
            <a:r>
              <a:rPr lang="en-US" b="0" i="0" dirty="0">
                <a:solidFill>
                  <a:srgbClr val="292929"/>
                </a:solidFill>
                <a:effectLst/>
                <a:latin typeface="Inter"/>
              </a:rPr>
              <a:t> function to convert the class scores into probabilities. The final output is a vector that contains the bounding box coordinates, </a:t>
            </a:r>
            <a:r>
              <a:rPr lang="en-US" b="0" i="0" dirty="0" err="1">
                <a:solidFill>
                  <a:srgbClr val="292929"/>
                </a:solidFill>
                <a:effectLst/>
                <a:latin typeface="Inter"/>
              </a:rPr>
              <a:t>objectness</a:t>
            </a:r>
            <a:r>
              <a:rPr lang="en-US" b="0" i="0" dirty="0">
                <a:solidFill>
                  <a:srgbClr val="292929"/>
                </a:solidFill>
                <a:effectLst/>
                <a:latin typeface="Inter"/>
              </a:rPr>
              <a:t> score, and class probabilities for each grid cell.</a:t>
            </a:r>
          </a:p>
        </p:txBody>
      </p:sp>
      <p:sp>
        <p:nvSpPr>
          <p:cNvPr id="4" name="TextBox 3">
            <a:extLst>
              <a:ext uri="{FF2B5EF4-FFF2-40B4-BE49-F238E27FC236}">
                <a16:creationId xmlns:a16="http://schemas.microsoft.com/office/drawing/2014/main" id="{0321E6ED-D893-EE51-8B7F-3B61C54DD369}"/>
              </a:ext>
            </a:extLst>
          </p:cNvPr>
          <p:cNvSpPr txBox="1"/>
          <p:nvPr/>
        </p:nvSpPr>
        <p:spPr>
          <a:xfrm>
            <a:off x="887896" y="5206305"/>
            <a:ext cx="10515600" cy="646331"/>
          </a:xfrm>
          <a:prstGeom prst="rect">
            <a:avLst/>
          </a:prstGeom>
          <a:noFill/>
        </p:spPr>
        <p:txBody>
          <a:bodyPr wrap="square">
            <a:spAutoFit/>
          </a:bodyPr>
          <a:lstStyle/>
          <a:p>
            <a:pPr algn="l">
              <a:buNone/>
            </a:pPr>
            <a:r>
              <a:rPr lang="en-CA" b="1" i="0" dirty="0">
                <a:solidFill>
                  <a:srgbClr val="1D0642"/>
                </a:solidFill>
                <a:effectLst/>
                <a:latin typeface="Manrope"/>
              </a:rPr>
              <a:t>volution of YOLO: YOLOv1, YOLOv2, YOLOv3, YOLOv4, YOLOR, YOLOX, YOLOv5, YOLOv6, YOLOv7, YOLOv8, YOLOv9</a:t>
            </a:r>
          </a:p>
        </p:txBody>
      </p:sp>
    </p:spTree>
    <p:extLst>
      <p:ext uri="{BB962C8B-B14F-4D97-AF65-F5344CB8AC3E}">
        <p14:creationId xmlns:p14="http://schemas.microsoft.com/office/powerpoint/2010/main" val="1058340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FC9CC-4BB2-512F-9763-DD78D41814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DD75BAE-9CC2-2D0C-4049-DC66058D194B}"/>
              </a:ext>
            </a:extLst>
          </p:cNvPr>
          <p:cNvPicPr>
            <a:picLocks noChangeAspect="1"/>
          </p:cNvPicPr>
          <p:nvPr/>
        </p:nvPicPr>
        <p:blipFill>
          <a:blip r:embed="rId2"/>
          <a:stretch>
            <a:fillRect/>
          </a:stretch>
        </p:blipFill>
        <p:spPr>
          <a:xfrm>
            <a:off x="710923" y="853942"/>
            <a:ext cx="10770154" cy="5150115"/>
          </a:xfrm>
          <a:prstGeom prst="rect">
            <a:avLst/>
          </a:prstGeom>
        </p:spPr>
      </p:pic>
    </p:spTree>
    <p:extLst>
      <p:ext uri="{BB962C8B-B14F-4D97-AF65-F5344CB8AC3E}">
        <p14:creationId xmlns:p14="http://schemas.microsoft.com/office/powerpoint/2010/main" val="4246525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29AED-3828-2395-B0C2-CCCC53CD5F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BBD525-6247-D977-4DC7-66D8E83BCCB5}"/>
              </a:ext>
            </a:extLst>
          </p:cNvPr>
          <p:cNvSpPr txBox="1"/>
          <p:nvPr/>
        </p:nvSpPr>
        <p:spPr>
          <a:xfrm>
            <a:off x="490330" y="435522"/>
            <a:ext cx="9872870" cy="369332"/>
          </a:xfrm>
          <a:prstGeom prst="rect">
            <a:avLst/>
          </a:prstGeom>
          <a:noFill/>
        </p:spPr>
        <p:txBody>
          <a:bodyPr wrap="square">
            <a:spAutoFit/>
          </a:bodyPr>
          <a:lstStyle/>
          <a:p>
            <a:pPr algn="l">
              <a:buNone/>
            </a:pPr>
            <a:r>
              <a:rPr lang="en-US" b="1" i="0" dirty="0">
                <a:solidFill>
                  <a:srgbClr val="1D0642"/>
                </a:solidFill>
                <a:effectLst/>
                <a:latin typeface="Manrope"/>
              </a:rPr>
              <a:t>YOLO Object Detection Algorithm: How Does it Work? YOLO Architecture</a:t>
            </a:r>
          </a:p>
        </p:txBody>
      </p:sp>
      <p:sp>
        <p:nvSpPr>
          <p:cNvPr id="5" name="TextBox 4">
            <a:extLst>
              <a:ext uri="{FF2B5EF4-FFF2-40B4-BE49-F238E27FC236}">
                <a16:creationId xmlns:a16="http://schemas.microsoft.com/office/drawing/2014/main" id="{A2E3A802-63AA-ADF6-56C0-5B57D3933E97}"/>
              </a:ext>
            </a:extLst>
          </p:cNvPr>
          <p:cNvSpPr txBox="1"/>
          <p:nvPr/>
        </p:nvSpPr>
        <p:spPr>
          <a:xfrm>
            <a:off x="490330" y="804854"/>
            <a:ext cx="11476383" cy="923330"/>
          </a:xfrm>
          <a:prstGeom prst="rect">
            <a:avLst/>
          </a:prstGeom>
          <a:noFill/>
        </p:spPr>
        <p:txBody>
          <a:bodyPr wrap="square">
            <a:spAutoFit/>
          </a:bodyPr>
          <a:lstStyle/>
          <a:p>
            <a:r>
              <a:rPr lang="en-US" b="0" i="0" dirty="0">
                <a:solidFill>
                  <a:srgbClr val="292929"/>
                </a:solidFill>
                <a:effectLst/>
                <a:latin typeface="Inter"/>
              </a:rPr>
              <a:t>The YOLO algorithm employs a single Convolutional Neural Network (CNN) that divides the image into a grid. Each cell in the grid predicts a certain number of bounding boxes. Along with each bounding box, the cell also predicts a class probability, which indicates the likelihood of a specific object being present in the box.</a:t>
            </a:r>
            <a:endParaRPr lang="en-CA" dirty="0"/>
          </a:p>
        </p:txBody>
      </p:sp>
      <p:pic>
        <p:nvPicPr>
          <p:cNvPr id="3074" name="Picture 2" descr="blog_image_17014">
            <a:extLst>
              <a:ext uri="{FF2B5EF4-FFF2-40B4-BE49-F238E27FC236}">
                <a16:creationId xmlns:a16="http://schemas.microsoft.com/office/drawing/2014/main" id="{700C5290-7322-B86C-3650-828726601E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0776" y="2097516"/>
            <a:ext cx="8561607" cy="3621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223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5F636-0944-7D12-58B6-4671B8316D7F}"/>
            </a:ext>
          </a:extLst>
        </p:cNvPr>
        <p:cNvGrpSpPr/>
        <p:nvPr/>
      </p:nvGrpSpPr>
      <p:grpSpPr>
        <a:xfrm>
          <a:off x="0" y="0"/>
          <a:ext cx="0" cy="0"/>
          <a:chOff x="0" y="0"/>
          <a:chExt cx="0" cy="0"/>
        </a:xfrm>
      </p:grpSpPr>
      <p:pic>
        <p:nvPicPr>
          <p:cNvPr id="1026" name="Picture 2" descr="blog_image_7891">
            <a:extLst>
              <a:ext uri="{FF2B5EF4-FFF2-40B4-BE49-F238E27FC236}">
                <a16:creationId xmlns:a16="http://schemas.microsoft.com/office/drawing/2014/main" id="{054EF0C4-9A71-7F60-BA7B-5B9E1A3A1B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211" y="1252330"/>
            <a:ext cx="9876684" cy="417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001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9278-C1C0-F8A8-40B0-BF97F948B1B8}"/>
            </a:ext>
          </a:extLst>
        </p:cNvPr>
        <p:cNvGrpSpPr/>
        <p:nvPr/>
      </p:nvGrpSpPr>
      <p:grpSpPr>
        <a:xfrm>
          <a:off x="0" y="0"/>
          <a:ext cx="0" cy="0"/>
          <a:chOff x="0" y="0"/>
          <a:chExt cx="0" cy="0"/>
        </a:xfrm>
      </p:grpSpPr>
      <p:pic>
        <p:nvPicPr>
          <p:cNvPr id="1026" name="Picture 2" descr="blog_image_7891">
            <a:extLst>
              <a:ext uri="{FF2B5EF4-FFF2-40B4-BE49-F238E27FC236}">
                <a16:creationId xmlns:a16="http://schemas.microsoft.com/office/drawing/2014/main" id="{BCF4B205-DB84-2BBE-F52A-0891D4940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211" y="1252330"/>
            <a:ext cx="9876684" cy="417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301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8A3DE-3843-4810-3AEE-D2E17008B35C}"/>
            </a:ext>
          </a:extLst>
        </p:cNvPr>
        <p:cNvGrpSpPr/>
        <p:nvPr/>
      </p:nvGrpSpPr>
      <p:grpSpPr>
        <a:xfrm>
          <a:off x="0" y="0"/>
          <a:ext cx="0" cy="0"/>
          <a:chOff x="0" y="0"/>
          <a:chExt cx="0" cy="0"/>
        </a:xfrm>
      </p:grpSpPr>
      <p:pic>
        <p:nvPicPr>
          <p:cNvPr id="1026" name="Picture 2" descr="blog_image_7891">
            <a:extLst>
              <a:ext uri="{FF2B5EF4-FFF2-40B4-BE49-F238E27FC236}">
                <a16:creationId xmlns:a16="http://schemas.microsoft.com/office/drawing/2014/main" id="{8DBF6B1D-D69D-6A15-B2C3-EAD60EFE4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211" y="1252330"/>
            <a:ext cx="9876684" cy="417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549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CB523-A29C-E89B-B173-96CE14D92C3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81C4C37-DE2A-BEC5-CD88-AE65F1DDA4FA}"/>
              </a:ext>
            </a:extLst>
          </p:cNvPr>
          <p:cNvSpPr txBox="1"/>
          <p:nvPr/>
        </p:nvSpPr>
        <p:spPr>
          <a:xfrm>
            <a:off x="477078" y="651953"/>
            <a:ext cx="11145078" cy="5355312"/>
          </a:xfrm>
          <a:prstGeom prst="rect">
            <a:avLst/>
          </a:prstGeom>
          <a:noFill/>
        </p:spPr>
        <p:txBody>
          <a:bodyPr wrap="square">
            <a:spAutoFit/>
          </a:bodyPr>
          <a:lstStyle/>
          <a:p>
            <a:pPr algn="l">
              <a:buNone/>
            </a:pPr>
            <a:r>
              <a:rPr lang="en-US" b="1" i="0" dirty="0">
                <a:solidFill>
                  <a:srgbClr val="1D0642"/>
                </a:solidFill>
                <a:effectLst/>
                <a:latin typeface="Manrope"/>
              </a:rPr>
              <a:t>Object Detection: Neural Methods</a:t>
            </a:r>
          </a:p>
          <a:p>
            <a:pPr algn="l">
              <a:buNone/>
            </a:pPr>
            <a:r>
              <a:rPr lang="en-US" b="1" i="0" dirty="0">
                <a:solidFill>
                  <a:srgbClr val="191919"/>
                </a:solidFill>
                <a:effectLst/>
                <a:latin typeface="Manrope"/>
              </a:rPr>
              <a:t>Region-Based Convolutional Neural Networks (R-CNN)</a:t>
            </a:r>
          </a:p>
          <a:p>
            <a:pPr algn="l">
              <a:buNone/>
            </a:pPr>
            <a:r>
              <a:rPr lang="en-US" b="0" i="0" dirty="0">
                <a:solidFill>
                  <a:srgbClr val="292929"/>
                </a:solidFill>
                <a:effectLst/>
                <a:latin typeface="Inter"/>
              </a:rPr>
              <a:t>Region-Based CNN uses convolutional neural networks to classify image regions in order to detect objects. It involves training a CNN on a large </a:t>
            </a:r>
            <a:r>
              <a:rPr lang="en-US" b="1" i="0" dirty="0">
                <a:solidFill>
                  <a:srgbClr val="3F2193"/>
                </a:solidFill>
                <a:effectLst/>
                <a:latin typeface="Inter"/>
                <a:hlinkClick r:id="rId2"/>
              </a:rPr>
              <a:t>labeled dataset</a:t>
            </a:r>
            <a:r>
              <a:rPr lang="en-US" b="0" i="0" dirty="0">
                <a:solidFill>
                  <a:srgbClr val="292929"/>
                </a:solidFill>
                <a:effectLst/>
                <a:latin typeface="Inter"/>
              </a:rPr>
              <a:t> and then using the trained network to detect objects in new images. Region-Based CNN and its successors, Fast R-CNN and Faster R-CNN, are known for their accuracy but can be computationally intensive.</a:t>
            </a:r>
          </a:p>
          <a:p>
            <a:pPr algn="l">
              <a:buNone/>
            </a:pPr>
            <a:r>
              <a:rPr lang="en-US" b="1" i="0" dirty="0">
                <a:solidFill>
                  <a:srgbClr val="191919"/>
                </a:solidFill>
                <a:effectLst/>
                <a:latin typeface="Manrope"/>
              </a:rPr>
              <a:t>Faster R-CNN</a:t>
            </a:r>
          </a:p>
          <a:p>
            <a:pPr algn="l">
              <a:buNone/>
            </a:pPr>
            <a:r>
              <a:rPr lang="en-US" b="0" i="0" dirty="0">
                <a:solidFill>
                  <a:srgbClr val="292929"/>
                </a:solidFill>
                <a:effectLst/>
                <a:latin typeface="Inter"/>
              </a:rPr>
              <a:t>Faster R-CNN is an advanced version of R-CNN that introduces a Region Proposal Network (RPN) for generating region proposals. The RPN shares full-image convolutional features with the detection network, thus enabling nearly cost-free region proposals. The RPN is a fully convolutional network that simultaneously predicts object bounds and </a:t>
            </a:r>
            <a:r>
              <a:rPr lang="en-US" b="0" i="0" dirty="0" err="1">
                <a:solidFill>
                  <a:srgbClr val="292929"/>
                </a:solidFill>
                <a:effectLst/>
                <a:latin typeface="Inter"/>
              </a:rPr>
              <a:t>objectness</a:t>
            </a:r>
            <a:r>
              <a:rPr lang="en-US" b="0" i="0" dirty="0">
                <a:solidFill>
                  <a:srgbClr val="292929"/>
                </a:solidFill>
                <a:effectLst/>
                <a:latin typeface="Inter"/>
              </a:rPr>
              <a:t> scores at each position. Faster R-CNN is faster than the original R-CNN and Fast R-CNN because it doesn’t need to run a separate region proposal method on the image, which can be slow.</a:t>
            </a:r>
            <a:br>
              <a:rPr lang="en-US" b="0" i="0" dirty="0">
                <a:solidFill>
                  <a:srgbClr val="292929"/>
                </a:solidFill>
                <a:effectLst/>
                <a:latin typeface="Inter"/>
              </a:rPr>
            </a:br>
            <a:endParaRPr lang="en-US" b="0" i="0" dirty="0">
              <a:solidFill>
                <a:srgbClr val="292929"/>
              </a:solidFill>
              <a:effectLst/>
              <a:latin typeface="Inter"/>
            </a:endParaRPr>
          </a:p>
          <a:p>
            <a:pPr algn="l">
              <a:buNone/>
            </a:pPr>
            <a:r>
              <a:rPr lang="en-US" b="1" i="0" dirty="0">
                <a:solidFill>
                  <a:srgbClr val="191919"/>
                </a:solidFill>
                <a:effectLst/>
                <a:latin typeface="Manrope"/>
              </a:rPr>
              <a:t>Mask R-CNN</a:t>
            </a:r>
          </a:p>
          <a:p>
            <a:pPr algn="l">
              <a:buNone/>
            </a:pPr>
            <a:r>
              <a:rPr lang="en-US" b="0" i="0" dirty="0">
                <a:solidFill>
                  <a:srgbClr val="292929"/>
                </a:solidFill>
                <a:effectLst/>
                <a:latin typeface="Inter"/>
              </a:rPr>
              <a:t>Mask R-CNN extends Faster R-CNN by adding a branch for predicting an object mask in parallel with the existing branch for bounding box recognition. This allows Mask R-CNN to generate precise </a:t>
            </a:r>
            <a:r>
              <a:rPr lang="en-US" b="1" i="0" dirty="0">
                <a:solidFill>
                  <a:srgbClr val="3F2193"/>
                </a:solidFill>
                <a:effectLst/>
                <a:latin typeface="Inter"/>
                <a:hlinkClick r:id="rId3"/>
              </a:rPr>
              <a:t>segmentation masks</a:t>
            </a:r>
            <a:r>
              <a:rPr lang="en-US" b="0" i="0" dirty="0">
                <a:solidFill>
                  <a:srgbClr val="292929"/>
                </a:solidFill>
                <a:effectLst/>
                <a:latin typeface="Inter"/>
              </a:rPr>
              <a:t> for each detected object, in addition to the class label and bounding box. The mask branch is a small fully convolutional network applied to each </a:t>
            </a:r>
            <a:r>
              <a:rPr lang="en-US" b="0" i="0" dirty="0" err="1">
                <a:solidFill>
                  <a:srgbClr val="292929"/>
                </a:solidFill>
                <a:effectLst/>
                <a:latin typeface="Inter"/>
              </a:rPr>
              <a:t>RoI</a:t>
            </a:r>
            <a:r>
              <a:rPr lang="en-US" b="0" i="0" dirty="0">
                <a:solidFill>
                  <a:srgbClr val="292929"/>
                </a:solidFill>
                <a:effectLst/>
                <a:latin typeface="Inter"/>
              </a:rPr>
              <a:t>, predicting a binary mask for each </a:t>
            </a:r>
            <a:r>
              <a:rPr lang="en-US" b="0" i="0" dirty="0" err="1">
                <a:solidFill>
                  <a:srgbClr val="292929"/>
                </a:solidFill>
                <a:effectLst/>
                <a:latin typeface="Inter"/>
              </a:rPr>
              <a:t>RoI</a:t>
            </a:r>
            <a:r>
              <a:rPr lang="en-US" b="0" i="0" dirty="0">
                <a:solidFill>
                  <a:srgbClr val="292929"/>
                </a:solidFill>
                <a:effectLst/>
                <a:latin typeface="Inter"/>
              </a:rPr>
              <a:t>. Mask R-CNN is simple to train and adds only a small computational overhead, enabling a fast system and rapid experimentation.</a:t>
            </a:r>
          </a:p>
        </p:txBody>
      </p:sp>
    </p:spTree>
    <p:extLst>
      <p:ext uri="{BB962C8B-B14F-4D97-AF65-F5344CB8AC3E}">
        <p14:creationId xmlns:p14="http://schemas.microsoft.com/office/powerpoint/2010/main" val="3344017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1966</Words>
  <Application>Microsoft Office PowerPoint</Application>
  <PresentationFormat>Widescreen</PresentationFormat>
  <Paragraphs>85</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Inter</vt:lpstr>
      <vt:lpstr>Manrope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Emem Esther Usoh</dc:creator>
  <cp:lastModifiedBy>Emem Esther Usoh</cp:lastModifiedBy>
  <cp:revision>1</cp:revision>
  <dcterms:created xsi:type="dcterms:W3CDTF">2025-10-06T22:14:27Z</dcterms:created>
  <dcterms:modified xsi:type="dcterms:W3CDTF">2025-10-07T00:57:25Z</dcterms:modified>
</cp:coreProperties>
</file>